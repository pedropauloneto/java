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5"/>
    <p:sldMasterId id="2147483907" r:id="rId6"/>
  </p:sldMasterIdLst>
  <p:notesMasterIdLst>
    <p:notesMasterId r:id="rId24"/>
  </p:notesMasterIdLst>
  <p:handoutMasterIdLst>
    <p:handoutMasterId r:id="rId25"/>
  </p:handoutMasterIdLst>
  <p:sldIdLst>
    <p:sldId id="624" r:id="rId7"/>
    <p:sldId id="640" r:id="rId8"/>
    <p:sldId id="662" r:id="rId9"/>
    <p:sldId id="626" r:id="rId10"/>
    <p:sldId id="667" r:id="rId11"/>
    <p:sldId id="668" r:id="rId12"/>
    <p:sldId id="672" r:id="rId13"/>
    <p:sldId id="666" r:id="rId14"/>
    <p:sldId id="627" r:id="rId15"/>
    <p:sldId id="637" r:id="rId16"/>
    <p:sldId id="670" r:id="rId17"/>
    <p:sldId id="671" r:id="rId18"/>
    <p:sldId id="669" r:id="rId19"/>
    <p:sldId id="653" r:id="rId20"/>
    <p:sldId id="660" r:id="rId21"/>
    <p:sldId id="641" r:id="rId22"/>
    <p:sldId id="587" r:id="rId23"/>
  </p:sldIdLst>
  <p:sldSz cx="9144000" cy="6858000" type="screen4x3"/>
  <p:notesSz cx="7315200" cy="9601200"/>
  <p:custDataLst>
    <p:tags r:id="rId26"/>
  </p:custDataLst>
  <p:defaultTextStyle>
    <a:defPPr>
      <a:defRPr lang="en-GB"/>
    </a:defPPr>
    <a:lvl1pPr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1pPr>
    <a:lvl2pPr marL="742950" indent="-28575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2pPr>
    <a:lvl3pPr marL="11430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3pPr>
    <a:lvl4pPr marL="16002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4pPr>
    <a:lvl5pPr marL="20574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5">
          <p15:clr>
            <a:srgbClr val="A4A3A4"/>
          </p15:clr>
        </p15:guide>
        <p15:guide id="2" pos="225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98B33"/>
    <a:srgbClr val="003300"/>
    <a:srgbClr val="99CCFF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52347" autoAdjust="0"/>
  </p:normalViewPr>
  <p:slideViewPr>
    <p:cSldViewPr>
      <p:cViewPr varScale="1">
        <p:scale>
          <a:sx n="79" d="100"/>
          <a:sy n="79" d="100"/>
        </p:scale>
        <p:origin x="1008" y="276"/>
      </p:cViewPr>
      <p:guideLst>
        <p:guide orient="horz" pos="2112"/>
        <p:guide pos="38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18186"/>
    </p:cViewPr>
  </p:sorterViewPr>
  <p:notesViewPr>
    <p:cSldViewPr>
      <p:cViewPr>
        <p:scale>
          <a:sx n="100" d="100"/>
          <a:sy n="100" d="100"/>
        </p:scale>
        <p:origin x="-1404" y="1098"/>
      </p:cViewPr>
      <p:guideLst>
        <p:guide orient="horz" pos="2975"/>
        <p:guide pos="225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ira Ferreira, Júlio" userId="b0398a4e-5165-4128-b747-904da519835a" providerId="ADAL" clId="{F17718D0-E50D-44FB-B066-B421881ECA25}"/>
    <pc:docChg chg="delSld">
      <pc:chgData name="Vieira Ferreira, Júlio" userId="b0398a4e-5165-4128-b747-904da519835a" providerId="ADAL" clId="{F17718D0-E50D-44FB-B066-B421881ECA25}" dt="2021-07-14T17:05:17.221" v="1" actId="47"/>
      <pc:docMkLst>
        <pc:docMk/>
      </pc:docMkLst>
      <pc:sldChg chg="del">
        <pc:chgData name="Vieira Ferreira, Júlio" userId="b0398a4e-5165-4128-b747-904da519835a" providerId="ADAL" clId="{F17718D0-E50D-44FB-B066-B421881ECA25}" dt="2021-07-14T17:05:16.186" v="0" actId="47"/>
        <pc:sldMkLst>
          <pc:docMk/>
          <pc:sldMk cId="1694578034" sldId="664"/>
        </pc:sldMkLst>
      </pc:sldChg>
      <pc:sldChg chg="del">
        <pc:chgData name="Vieira Ferreira, Júlio" userId="b0398a4e-5165-4128-b747-904da519835a" providerId="ADAL" clId="{F17718D0-E50D-44FB-B066-B421881ECA25}" dt="2021-07-14T17:05:17.221" v="1" actId="47"/>
        <pc:sldMkLst>
          <pc:docMk/>
          <pc:sldMk cId="517532588" sldId="665"/>
        </pc:sldMkLst>
      </pc:sldChg>
    </pc:docChg>
  </pc:docChgLst>
  <pc:docChgLst>
    <pc:chgData name="Vieira Ferreira, Júlio" userId="b0398a4e-5165-4128-b747-904da519835a" providerId="ADAL" clId="{A5146B61-BEB7-4309-A0DC-A628A09958DE}"/>
    <pc:docChg chg="undo custSel addSld delSld modSld sldOrd">
      <pc:chgData name="Vieira Ferreira, Júlio" userId="b0398a4e-5165-4128-b747-904da519835a" providerId="ADAL" clId="{A5146B61-BEB7-4309-A0DC-A628A09958DE}" dt="2021-06-28T19:32:50.326" v="118" actId="20577"/>
      <pc:docMkLst>
        <pc:docMk/>
      </pc:docMkLst>
      <pc:sldChg chg="addSp delSp modSp mod">
        <pc:chgData name="Vieira Ferreira, Júlio" userId="b0398a4e-5165-4128-b747-904da519835a" providerId="ADAL" clId="{A5146B61-BEB7-4309-A0DC-A628A09958DE}" dt="2021-06-19T17:12:19.454" v="59" actId="14100"/>
        <pc:sldMkLst>
          <pc:docMk/>
          <pc:sldMk cId="391996477" sldId="626"/>
        </pc:sldMkLst>
        <pc:spChg chg="mod">
          <ac:chgData name="Vieira Ferreira, Júlio" userId="b0398a4e-5165-4128-b747-904da519835a" providerId="ADAL" clId="{A5146B61-BEB7-4309-A0DC-A628A09958DE}" dt="2021-06-19T17:12:19.454" v="59" actId="14100"/>
          <ac:spMkLst>
            <pc:docMk/>
            <pc:sldMk cId="391996477" sldId="626"/>
            <ac:spMk id="8" creationId="{2EB50106-6296-4BEE-A7D6-8B679438D54E}"/>
          </ac:spMkLst>
        </pc:spChg>
        <pc:picChg chg="add del mod">
          <ac:chgData name="Vieira Ferreira, Júlio" userId="b0398a4e-5165-4128-b747-904da519835a" providerId="ADAL" clId="{A5146B61-BEB7-4309-A0DC-A628A09958DE}" dt="2021-06-19T17:11:44.916" v="28" actId="478"/>
          <ac:picMkLst>
            <pc:docMk/>
            <pc:sldMk cId="391996477" sldId="626"/>
            <ac:picMk id="2" creationId="{45DC40B7-F5B2-4679-9999-79513849B433}"/>
          </ac:picMkLst>
        </pc:picChg>
        <pc:picChg chg="del">
          <ac:chgData name="Vieira Ferreira, Júlio" userId="b0398a4e-5165-4128-b747-904da519835a" providerId="ADAL" clId="{A5146B61-BEB7-4309-A0DC-A628A09958DE}" dt="2021-06-19T17:05:43.084" v="3" actId="478"/>
          <ac:picMkLst>
            <pc:docMk/>
            <pc:sldMk cId="391996477" sldId="626"/>
            <ac:picMk id="3" creationId="{691E737D-075F-4443-B769-C487A93AA717}"/>
          </ac:picMkLst>
        </pc:picChg>
        <pc:picChg chg="add mod">
          <ac:chgData name="Vieira Ferreira, Júlio" userId="b0398a4e-5165-4128-b747-904da519835a" providerId="ADAL" clId="{A5146B61-BEB7-4309-A0DC-A628A09958DE}" dt="2021-06-19T17:11:52.609" v="31" actId="1076"/>
          <ac:picMkLst>
            <pc:docMk/>
            <pc:sldMk cId="391996477" sldId="626"/>
            <ac:picMk id="4" creationId="{7E350DED-7460-4466-950F-CF202E9446D3}"/>
          </ac:picMkLst>
        </pc:picChg>
        <pc:picChg chg="del">
          <ac:chgData name="Vieira Ferreira, Júlio" userId="b0398a4e-5165-4128-b747-904da519835a" providerId="ADAL" clId="{A5146B61-BEB7-4309-A0DC-A628A09958DE}" dt="2021-06-19T17:05:44.725" v="4" actId="478"/>
          <ac:picMkLst>
            <pc:docMk/>
            <pc:sldMk cId="391996477" sldId="626"/>
            <ac:picMk id="5" creationId="{70660E08-0C2E-43BC-8AEC-B3A7092F4062}"/>
          </ac:picMkLst>
        </pc:picChg>
      </pc:sldChg>
      <pc:sldChg chg="modNotesTx">
        <pc:chgData name="Vieira Ferreira, Júlio" userId="b0398a4e-5165-4128-b747-904da519835a" providerId="ADAL" clId="{A5146B61-BEB7-4309-A0DC-A628A09958DE}" dt="2021-06-28T19:32:50.326" v="118" actId="20577"/>
        <pc:sldMkLst>
          <pc:docMk/>
          <pc:sldMk cId="1312899334" sldId="627"/>
        </pc:sldMkLst>
      </pc:sldChg>
      <pc:sldChg chg="addSp delSp modSp mod">
        <pc:chgData name="Vieira Ferreira, Júlio" userId="b0398a4e-5165-4128-b747-904da519835a" providerId="ADAL" clId="{A5146B61-BEB7-4309-A0DC-A628A09958DE}" dt="2021-06-19T17:40:59.806" v="114" actId="1076"/>
        <pc:sldMkLst>
          <pc:docMk/>
          <pc:sldMk cId="1628545094" sldId="637"/>
        </pc:sldMkLst>
        <pc:spChg chg="mod">
          <ac:chgData name="Vieira Ferreira, Júlio" userId="b0398a4e-5165-4128-b747-904da519835a" providerId="ADAL" clId="{A5146B61-BEB7-4309-A0DC-A628A09958DE}" dt="2021-06-19T17:25:26.255" v="70" actId="20577"/>
          <ac:spMkLst>
            <pc:docMk/>
            <pc:sldMk cId="1628545094" sldId="637"/>
            <ac:spMk id="6" creationId="{00000000-0000-0000-0000-000000000000}"/>
          </ac:spMkLst>
        </pc:spChg>
        <pc:picChg chg="add del mod">
          <ac:chgData name="Vieira Ferreira, Júlio" userId="b0398a4e-5165-4128-b747-904da519835a" providerId="ADAL" clId="{A5146B61-BEB7-4309-A0DC-A628A09958DE}" dt="2021-06-19T17:39:37.561" v="102" actId="478"/>
          <ac:picMkLst>
            <pc:docMk/>
            <pc:sldMk cId="1628545094" sldId="637"/>
            <ac:picMk id="2" creationId="{B0CDB414-41BC-4951-880A-22AA2980748B}"/>
          </ac:picMkLst>
        </pc:picChg>
        <pc:picChg chg="del">
          <ac:chgData name="Vieira Ferreira, Júlio" userId="b0398a4e-5165-4128-b747-904da519835a" providerId="ADAL" clId="{A5146B61-BEB7-4309-A0DC-A628A09958DE}" dt="2021-06-19T17:36:51.892" v="96" actId="478"/>
          <ac:picMkLst>
            <pc:docMk/>
            <pc:sldMk cId="1628545094" sldId="637"/>
            <ac:picMk id="3" creationId="{12697879-BBB2-405B-91F4-90B1E864B50A}"/>
          </ac:picMkLst>
        </pc:picChg>
        <pc:picChg chg="add mod">
          <ac:chgData name="Vieira Ferreira, Júlio" userId="b0398a4e-5165-4128-b747-904da519835a" providerId="ADAL" clId="{A5146B61-BEB7-4309-A0DC-A628A09958DE}" dt="2021-06-19T17:40:59.806" v="114" actId="1076"/>
          <ac:picMkLst>
            <pc:docMk/>
            <pc:sldMk cId="1628545094" sldId="637"/>
            <ac:picMk id="4" creationId="{2B8596EC-95C5-4A7A-8E81-EB760A7E440C}"/>
          </ac:picMkLst>
        </pc:picChg>
      </pc:sldChg>
      <pc:sldChg chg="addSp delSp modSp mod">
        <pc:chgData name="Vieira Ferreira, Júlio" userId="b0398a4e-5165-4128-b747-904da519835a" providerId="ADAL" clId="{A5146B61-BEB7-4309-A0DC-A628A09958DE}" dt="2021-06-19T17:40:49.105" v="112" actId="1076"/>
        <pc:sldMkLst>
          <pc:docMk/>
          <pc:sldMk cId="1205079706" sldId="651"/>
        </pc:sldMkLst>
        <pc:picChg chg="add mod">
          <ac:chgData name="Vieira Ferreira, Júlio" userId="b0398a4e-5165-4128-b747-904da519835a" providerId="ADAL" clId="{A5146B61-BEB7-4309-A0DC-A628A09958DE}" dt="2021-06-19T17:40:49.105" v="112" actId="1076"/>
          <ac:picMkLst>
            <pc:docMk/>
            <pc:sldMk cId="1205079706" sldId="651"/>
            <ac:picMk id="2" creationId="{97F811B5-29D3-4A1F-87BC-230708C0BDD1}"/>
          </ac:picMkLst>
        </pc:picChg>
        <pc:picChg chg="del">
          <ac:chgData name="Vieira Ferreira, Júlio" userId="b0398a4e-5165-4128-b747-904da519835a" providerId="ADAL" clId="{A5146B61-BEB7-4309-A0DC-A628A09958DE}" dt="2021-06-19T17:40:12.565" v="105" actId="478"/>
          <ac:picMkLst>
            <pc:docMk/>
            <pc:sldMk cId="1205079706" sldId="651"/>
            <ac:picMk id="7" creationId="{0BC07F10-A8EA-43D7-B2E1-BBC7499A8206}"/>
          </ac:picMkLst>
        </pc:picChg>
      </pc:sldChg>
      <pc:sldChg chg="addSp delSp modSp mod">
        <pc:chgData name="Vieira Ferreira, Júlio" userId="b0398a4e-5165-4128-b747-904da519835a" providerId="ADAL" clId="{A5146B61-BEB7-4309-A0DC-A628A09958DE}" dt="2021-06-19T17:40:44.912" v="111" actId="1076"/>
        <pc:sldMkLst>
          <pc:docMk/>
          <pc:sldMk cId="3347430699" sldId="652"/>
        </pc:sldMkLst>
        <pc:picChg chg="add mod">
          <ac:chgData name="Vieira Ferreira, Júlio" userId="b0398a4e-5165-4128-b747-904da519835a" providerId="ADAL" clId="{A5146B61-BEB7-4309-A0DC-A628A09958DE}" dt="2021-06-19T17:40:44.912" v="111" actId="1076"/>
          <ac:picMkLst>
            <pc:docMk/>
            <pc:sldMk cId="3347430699" sldId="652"/>
            <ac:picMk id="2" creationId="{43F681A6-1BC9-4548-AF13-D41F4DCCDF37}"/>
          </ac:picMkLst>
        </pc:picChg>
        <pc:picChg chg="del">
          <ac:chgData name="Vieira Ferreira, Júlio" userId="b0398a4e-5165-4128-b747-904da519835a" providerId="ADAL" clId="{A5146B61-BEB7-4309-A0DC-A628A09958DE}" dt="2021-06-19T17:40:38.893" v="108" actId="478"/>
          <ac:picMkLst>
            <pc:docMk/>
            <pc:sldMk cId="3347430699" sldId="652"/>
            <ac:picMk id="7" creationId="{EBE17D7B-89EC-47DC-AA91-424D0F9C683A}"/>
          </ac:picMkLst>
        </pc:picChg>
      </pc:sldChg>
      <pc:sldChg chg="addSp delSp modSp mod">
        <pc:chgData name="Vieira Ferreira, Júlio" userId="b0398a4e-5165-4128-b747-904da519835a" providerId="ADAL" clId="{A5146B61-BEB7-4309-A0DC-A628A09958DE}" dt="2021-06-19T17:40:51.916" v="113" actId="1076"/>
        <pc:sldMkLst>
          <pc:docMk/>
          <pc:sldMk cId="2056212490" sldId="653"/>
        </pc:sldMkLst>
        <pc:picChg chg="add mod">
          <ac:chgData name="Vieira Ferreira, Júlio" userId="b0398a4e-5165-4128-b747-904da519835a" providerId="ADAL" clId="{A5146B61-BEB7-4309-A0DC-A628A09958DE}" dt="2021-06-19T17:40:51.916" v="113" actId="1076"/>
          <ac:picMkLst>
            <pc:docMk/>
            <pc:sldMk cId="2056212490" sldId="653"/>
            <ac:picMk id="2" creationId="{BAD702F0-B027-49E5-BAF0-46C2EE12F258}"/>
          </ac:picMkLst>
        </pc:picChg>
        <pc:picChg chg="del">
          <ac:chgData name="Vieira Ferreira, Júlio" userId="b0398a4e-5165-4128-b747-904da519835a" providerId="ADAL" clId="{A5146B61-BEB7-4309-A0DC-A628A09958DE}" dt="2021-06-19T17:37:10.773" v="99" actId="478"/>
          <ac:picMkLst>
            <pc:docMk/>
            <pc:sldMk cId="2056212490" sldId="653"/>
            <ac:picMk id="8" creationId="{729DB6F2-20A5-4C1B-B6F7-3E30AF51441C}"/>
          </ac:picMkLst>
        </pc:picChg>
      </pc:sldChg>
      <pc:sldChg chg="addSp delSp modSp mod">
        <pc:chgData name="Vieira Ferreira, Júlio" userId="b0398a4e-5165-4128-b747-904da519835a" providerId="ADAL" clId="{A5146B61-BEB7-4309-A0DC-A628A09958DE}" dt="2021-06-19T17:41:08.450" v="115" actId="1076"/>
        <pc:sldMkLst>
          <pc:docMk/>
          <pc:sldMk cId="178134095" sldId="656"/>
        </pc:sldMkLst>
        <pc:picChg chg="add del mod">
          <ac:chgData name="Vieira Ferreira, Júlio" userId="b0398a4e-5165-4128-b747-904da519835a" providerId="ADAL" clId="{A5146B61-BEB7-4309-A0DC-A628A09958DE}" dt="2021-06-19T17:32:44.375" v="86" actId="21"/>
          <ac:picMkLst>
            <pc:docMk/>
            <pc:sldMk cId="178134095" sldId="656"/>
            <ac:picMk id="2" creationId="{97E41FB2-DDFE-40C8-A282-C31BAFBE9301}"/>
          </ac:picMkLst>
        </pc:picChg>
        <pc:picChg chg="add del mod">
          <ac:chgData name="Vieira Ferreira, Júlio" userId="b0398a4e-5165-4128-b747-904da519835a" providerId="ADAL" clId="{A5146B61-BEB7-4309-A0DC-A628A09958DE}" dt="2021-06-19T17:32:34.160" v="81"/>
          <ac:picMkLst>
            <pc:docMk/>
            <pc:sldMk cId="178134095" sldId="656"/>
            <ac:picMk id="3" creationId="{7C6CB923-5644-4182-890F-FFA6E2082B1E}"/>
          </ac:picMkLst>
        </pc:picChg>
        <pc:picChg chg="add mod">
          <ac:chgData name="Vieira Ferreira, Júlio" userId="b0398a4e-5165-4128-b747-904da519835a" providerId="ADAL" clId="{A5146B61-BEB7-4309-A0DC-A628A09958DE}" dt="2021-06-19T17:41:08.450" v="115" actId="1076"/>
          <ac:picMkLst>
            <pc:docMk/>
            <pc:sldMk cId="178134095" sldId="656"/>
            <ac:picMk id="4" creationId="{419A9331-9017-473B-8B18-035DD67CE5D4}"/>
          </ac:picMkLst>
        </pc:picChg>
        <pc:picChg chg="del">
          <ac:chgData name="Vieira Ferreira, Júlio" userId="b0398a4e-5165-4128-b747-904da519835a" providerId="ADAL" clId="{A5146B61-BEB7-4309-A0DC-A628A09958DE}" dt="2021-06-19T17:31:52.288" v="74" actId="478"/>
          <ac:picMkLst>
            <pc:docMk/>
            <pc:sldMk cId="178134095" sldId="656"/>
            <ac:picMk id="7" creationId="{EBE17D7B-89EC-47DC-AA91-424D0F9C683A}"/>
          </ac:picMkLst>
        </pc:picChg>
      </pc:sldChg>
      <pc:sldChg chg="addSp delSp modSp mod">
        <pc:chgData name="Vieira Ferreira, Júlio" userId="b0398a4e-5165-4128-b747-904da519835a" providerId="ADAL" clId="{A5146B61-BEB7-4309-A0DC-A628A09958DE}" dt="2021-06-19T17:31:10.314" v="73" actId="1076"/>
        <pc:sldMkLst>
          <pc:docMk/>
          <pc:sldMk cId="4270576426" sldId="661"/>
        </pc:sldMkLst>
        <pc:picChg chg="del">
          <ac:chgData name="Vieira Ferreira, Júlio" userId="b0398a4e-5165-4128-b747-904da519835a" providerId="ADAL" clId="{A5146B61-BEB7-4309-A0DC-A628A09958DE}" dt="2021-06-19T17:30:45.707" v="71" actId="478"/>
          <ac:picMkLst>
            <pc:docMk/>
            <pc:sldMk cId="4270576426" sldId="661"/>
            <ac:picMk id="2" creationId="{DC33B466-8F23-4CAC-8D95-E5DF976374A3}"/>
          </ac:picMkLst>
        </pc:picChg>
        <pc:picChg chg="add mod">
          <ac:chgData name="Vieira Ferreira, Júlio" userId="b0398a4e-5165-4128-b747-904da519835a" providerId="ADAL" clId="{A5146B61-BEB7-4309-A0DC-A628A09958DE}" dt="2021-06-19T17:31:10.314" v="73" actId="1076"/>
          <ac:picMkLst>
            <pc:docMk/>
            <pc:sldMk cId="4270576426" sldId="661"/>
            <ac:picMk id="3" creationId="{977450AD-F53A-47E1-8D59-D36F311D5F63}"/>
          </ac:picMkLst>
        </pc:picChg>
      </pc:sldChg>
      <pc:sldChg chg="ord">
        <pc:chgData name="Vieira Ferreira, Júlio" userId="b0398a4e-5165-4128-b747-904da519835a" providerId="ADAL" clId="{A5146B61-BEB7-4309-A0DC-A628A09958DE}" dt="2021-06-19T16:42:09.361" v="1"/>
        <pc:sldMkLst>
          <pc:docMk/>
          <pc:sldMk cId="1410064784" sldId="662"/>
        </pc:sldMkLst>
      </pc:sldChg>
      <pc:sldChg chg="addSp delSp modSp add mod">
        <pc:chgData name="Vieira Ferreira, Júlio" userId="b0398a4e-5165-4128-b747-904da519835a" providerId="ADAL" clId="{A5146B61-BEB7-4309-A0DC-A628A09958DE}" dt="2021-06-19T17:35:22.754" v="94" actId="14100"/>
        <pc:sldMkLst>
          <pc:docMk/>
          <pc:sldMk cId="1692865295" sldId="666"/>
        </pc:sldMkLst>
        <pc:picChg chg="add del mod">
          <ac:chgData name="Vieira Ferreira, Júlio" userId="b0398a4e-5165-4128-b747-904da519835a" providerId="ADAL" clId="{A5146B61-BEB7-4309-A0DC-A628A09958DE}" dt="2021-06-19T17:34:05.136" v="87" actId="478"/>
          <ac:picMkLst>
            <pc:docMk/>
            <pc:sldMk cId="1692865295" sldId="666"/>
            <ac:picMk id="2" creationId="{B903B2BB-BEC9-4111-8B38-0A6BF77B52ED}"/>
          </ac:picMkLst>
        </pc:picChg>
        <pc:picChg chg="add del mod">
          <ac:chgData name="Vieira Ferreira, Júlio" userId="b0398a4e-5165-4128-b747-904da519835a" providerId="ADAL" clId="{A5146B61-BEB7-4309-A0DC-A628A09958DE}" dt="2021-06-19T17:35:14.740" v="91" actId="478"/>
          <ac:picMkLst>
            <pc:docMk/>
            <pc:sldMk cId="1692865295" sldId="666"/>
            <ac:picMk id="4" creationId="{73465677-BDC6-4983-B822-EC86B808A86A}"/>
          </ac:picMkLst>
        </pc:picChg>
        <pc:picChg chg="del">
          <ac:chgData name="Vieira Ferreira, Júlio" userId="b0398a4e-5165-4128-b747-904da519835a" providerId="ADAL" clId="{A5146B61-BEB7-4309-A0DC-A628A09958DE}" dt="2021-06-19T17:21:10.040" v="61" actId="478"/>
          <ac:picMkLst>
            <pc:docMk/>
            <pc:sldMk cId="1692865295" sldId="666"/>
            <ac:picMk id="5" creationId="{70660E08-0C2E-43BC-8AEC-B3A7092F4062}"/>
          </ac:picMkLst>
        </pc:picChg>
        <pc:picChg chg="add mod">
          <ac:chgData name="Vieira Ferreira, Júlio" userId="b0398a4e-5165-4128-b747-904da519835a" providerId="ADAL" clId="{A5146B61-BEB7-4309-A0DC-A628A09958DE}" dt="2021-06-19T17:35:22.754" v="94" actId="14100"/>
          <ac:picMkLst>
            <pc:docMk/>
            <pc:sldMk cId="1692865295" sldId="666"/>
            <ac:picMk id="6" creationId="{0B449263-036B-4BAD-B1A8-99915FD6A654}"/>
          </ac:picMkLst>
        </pc:picChg>
      </pc:sldChg>
      <pc:sldChg chg="add del">
        <pc:chgData name="Vieira Ferreira, Júlio" userId="b0398a4e-5165-4128-b747-904da519835a" providerId="ADAL" clId="{A5146B61-BEB7-4309-A0DC-A628A09958DE}" dt="2021-06-19T17:35:55.727" v="95" actId="47"/>
        <pc:sldMkLst>
          <pc:docMk/>
          <pc:sldMk cId="4174397877" sldId="667"/>
        </pc:sldMkLst>
      </pc:sldChg>
    </pc:docChg>
  </pc:docChgLst>
  <pc:docChgLst>
    <pc:chgData name="Vieira Ferreira, Júlio" userId="b0398a4e-5165-4128-b747-904da519835a" providerId="ADAL" clId="{B728F0C0-DAB7-4E96-8B14-B597E0676F6D}"/>
    <pc:docChg chg="custSel addSld modSld sldOrd">
      <pc:chgData name="Vieira Ferreira, Júlio" userId="b0398a4e-5165-4128-b747-904da519835a" providerId="ADAL" clId="{B728F0C0-DAB7-4E96-8B14-B597E0676F6D}" dt="2021-06-01T11:52:46.586" v="187" actId="6549"/>
      <pc:docMkLst>
        <pc:docMk/>
      </pc:docMkLst>
      <pc:sldChg chg="modSp mod">
        <pc:chgData name="Vieira Ferreira, Júlio" userId="b0398a4e-5165-4128-b747-904da519835a" providerId="ADAL" clId="{B728F0C0-DAB7-4E96-8B14-B597E0676F6D}" dt="2021-06-01T11:27:40.348" v="185" actId="20577"/>
        <pc:sldMkLst>
          <pc:docMk/>
          <pc:sldMk cId="3059369118" sldId="257"/>
        </pc:sldMkLst>
        <pc:spChg chg="mod">
          <ac:chgData name="Vieira Ferreira, Júlio" userId="b0398a4e-5165-4128-b747-904da519835a" providerId="ADAL" clId="{B728F0C0-DAB7-4E96-8B14-B597E0676F6D}" dt="2021-06-01T11:27:40.348" v="185" actId="20577"/>
          <ac:spMkLst>
            <pc:docMk/>
            <pc:sldMk cId="3059369118" sldId="257"/>
            <ac:spMk id="14342" creationId="{00000000-0000-0000-0000-000000000000}"/>
          </ac:spMkLst>
        </pc:spChg>
      </pc:sldChg>
      <pc:sldChg chg="modNotesTx">
        <pc:chgData name="Vieira Ferreira, Júlio" userId="b0398a4e-5165-4128-b747-904da519835a" providerId="ADAL" clId="{B728F0C0-DAB7-4E96-8B14-B597E0676F6D}" dt="2021-06-01T11:52:46.586" v="187" actId="6549"/>
        <pc:sldMkLst>
          <pc:docMk/>
          <pc:sldMk cId="1312899334" sldId="627"/>
        </pc:sldMkLst>
      </pc:sldChg>
      <pc:sldChg chg="addSp delSp modSp add mod ord">
        <pc:chgData name="Vieira Ferreira, Júlio" userId="b0398a4e-5165-4128-b747-904da519835a" providerId="ADAL" clId="{B728F0C0-DAB7-4E96-8B14-B597E0676F6D}" dt="2021-05-17T13:03:55.444" v="170" actId="1076"/>
        <pc:sldMkLst>
          <pc:docMk/>
          <pc:sldMk cId="1656227321" sldId="663"/>
        </pc:sldMkLst>
        <pc:spChg chg="add mod">
          <ac:chgData name="Vieira Ferreira, Júlio" userId="b0398a4e-5165-4128-b747-904da519835a" providerId="ADAL" clId="{B728F0C0-DAB7-4E96-8B14-B597E0676F6D}" dt="2021-05-17T13:03:49.689" v="169" actId="20577"/>
          <ac:spMkLst>
            <pc:docMk/>
            <pc:sldMk cId="1656227321" sldId="663"/>
            <ac:spMk id="7" creationId="{78FE5241-8020-4564-987E-66C5F0E009D7}"/>
          </ac:spMkLst>
        </pc:spChg>
        <pc:spChg chg="mod">
          <ac:chgData name="Vieira Ferreira, Júlio" userId="b0398a4e-5165-4128-b747-904da519835a" providerId="ADAL" clId="{B728F0C0-DAB7-4E96-8B14-B597E0676F6D}" dt="2021-05-16T17:17:51.909" v="11" actId="20577"/>
          <ac:spMkLst>
            <pc:docMk/>
            <pc:sldMk cId="1656227321" sldId="663"/>
            <ac:spMk id="8" creationId="{2EB50106-6296-4BEE-A7D6-8B679438D54E}"/>
          </ac:spMkLst>
        </pc:spChg>
        <pc:picChg chg="del">
          <ac:chgData name="Vieira Ferreira, Júlio" userId="b0398a4e-5165-4128-b747-904da519835a" providerId="ADAL" clId="{B728F0C0-DAB7-4E96-8B14-B597E0676F6D}" dt="2021-05-16T17:17:42.822" v="1" actId="478"/>
          <ac:picMkLst>
            <pc:docMk/>
            <pc:sldMk cId="1656227321" sldId="663"/>
            <ac:picMk id="2" creationId="{57264827-E023-47CE-9597-17ADE818D47B}"/>
          </ac:picMkLst>
        </pc:picChg>
        <pc:picChg chg="add mod">
          <ac:chgData name="Vieira Ferreira, Júlio" userId="b0398a4e-5165-4128-b747-904da519835a" providerId="ADAL" clId="{B728F0C0-DAB7-4E96-8B14-B597E0676F6D}" dt="2021-05-17T13:03:55.444" v="170" actId="1076"/>
          <ac:picMkLst>
            <pc:docMk/>
            <pc:sldMk cId="1656227321" sldId="663"/>
            <ac:picMk id="3" creationId="{79EC11BC-13B8-4C6F-81EB-7B8BEE8C6BCE}"/>
          </ac:picMkLst>
        </pc:picChg>
      </pc:sldChg>
      <pc:sldChg chg="delSp modSp add mod modNotesTx">
        <pc:chgData name="Vieira Ferreira, Júlio" userId="b0398a4e-5165-4128-b747-904da519835a" providerId="ADAL" clId="{B728F0C0-DAB7-4E96-8B14-B597E0676F6D}" dt="2021-05-16T17:33:21.722" v="146" actId="20577"/>
        <pc:sldMkLst>
          <pc:docMk/>
          <pc:sldMk cId="1694578034" sldId="664"/>
        </pc:sldMkLst>
        <pc:spChg chg="mod">
          <ac:chgData name="Vieira Ferreira, Júlio" userId="b0398a4e-5165-4128-b747-904da519835a" providerId="ADAL" clId="{B728F0C0-DAB7-4E96-8B14-B597E0676F6D}" dt="2021-05-16T17:33:21.722" v="146" actId="20577"/>
          <ac:spMkLst>
            <pc:docMk/>
            <pc:sldMk cId="1694578034" sldId="664"/>
            <ac:spMk id="3" creationId="{C1E71E98-E668-4F2B-90A1-9DF1CB58173D}"/>
          </ac:spMkLst>
        </pc:spChg>
        <pc:spChg chg="del mod">
          <ac:chgData name="Vieira Ferreira, Júlio" userId="b0398a4e-5165-4128-b747-904da519835a" providerId="ADAL" clId="{B728F0C0-DAB7-4E96-8B14-B597E0676F6D}" dt="2021-05-16T17:27:59.223" v="73"/>
          <ac:spMkLst>
            <pc:docMk/>
            <pc:sldMk cId="1694578034" sldId="664"/>
            <ac:spMk id="7" creationId="{2626E973-F4EB-44CD-9AAF-80A2960FB20F}"/>
          </ac:spMkLst>
        </pc:spChg>
      </pc:sldChg>
      <pc:sldChg chg="modSp add mod">
        <pc:chgData name="Vieira Ferreira, Júlio" userId="b0398a4e-5165-4128-b747-904da519835a" providerId="ADAL" clId="{B728F0C0-DAB7-4E96-8B14-B597E0676F6D}" dt="2021-05-16T17:35:14.770" v="167" actId="20577"/>
        <pc:sldMkLst>
          <pc:docMk/>
          <pc:sldMk cId="517532588" sldId="665"/>
        </pc:sldMkLst>
        <pc:spChg chg="mod">
          <ac:chgData name="Vieira Ferreira, Júlio" userId="b0398a4e-5165-4128-b747-904da519835a" providerId="ADAL" clId="{B728F0C0-DAB7-4E96-8B14-B597E0676F6D}" dt="2021-05-16T17:35:14.770" v="167" actId="20577"/>
          <ac:spMkLst>
            <pc:docMk/>
            <pc:sldMk cId="517532588" sldId="665"/>
            <ac:spMk id="3" creationId="{C1E71E98-E668-4F2B-90A1-9DF1CB58173D}"/>
          </ac:spMkLst>
        </pc:spChg>
      </pc:sldChg>
    </pc:docChg>
  </pc:docChgLst>
  <pc:docChgLst>
    <pc:chgData name="Vieira Ferreira, Júlio" userId="b0398a4e-5165-4128-b747-904da519835a" providerId="ADAL" clId="{9131F396-B620-44F5-8D3C-79B62E403E34}"/>
    <pc:docChg chg="custSel addSld modSld">
      <pc:chgData name="Vieira Ferreira, Júlio" userId="b0398a4e-5165-4128-b747-904da519835a" providerId="ADAL" clId="{9131F396-B620-44F5-8D3C-79B62E403E34}" dt="2022-05-30T20:41:55.805" v="24" actId="1036"/>
      <pc:docMkLst>
        <pc:docMk/>
      </pc:docMkLst>
      <pc:sldChg chg="addSp delSp modSp add mod">
        <pc:chgData name="Vieira Ferreira, Júlio" userId="b0398a4e-5165-4128-b747-904da519835a" providerId="ADAL" clId="{9131F396-B620-44F5-8D3C-79B62E403E34}" dt="2022-05-30T20:41:55.805" v="24" actId="1036"/>
        <pc:sldMkLst>
          <pc:docMk/>
          <pc:sldMk cId="1616455145" sldId="667"/>
        </pc:sldMkLst>
        <pc:spChg chg="del">
          <ac:chgData name="Vieira Ferreira, Júlio" userId="b0398a4e-5165-4128-b747-904da519835a" providerId="ADAL" clId="{9131F396-B620-44F5-8D3C-79B62E403E34}" dt="2022-05-30T20:39:08.110" v="2" actId="478"/>
          <ac:spMkLst>
            <pc:docMk/>
            <pc:sldMk cId="1616455145" sldId="667"/>
            <ac:spMk id="7" creationId="{78FE5241-8020-4564-987E-66C5F0E009D7}"/>
          </ac:spMkLst>
        </pc:spChg>
        <pc:picChg chg="del">
          <ac:chgData name="Vieira Ferreira, Júlio" userId="b0398a4e-5165-4128-b747-904da519835a" providerId="ADAL" clId="{9131F396-B620-44F5-8D3C-79B62E403E34}" dt="2022-05-30T20:39:05.620" v="1" actId="478"/>
          <ac:picMkLst>
            <pc:docMk/>
            <pc:sldMk cId="1616455145" sldId="667"/>
            <ac:picMk id="3" creationId="{79EC11BC-13B8-4C6F-81EB-7B8BEE8C6BCE}"/>
          </ac:picMkLst>
        </pc:picChg>
        <pc:picChg chg="add mod ord">
          <ac:chgData name="Vieira Ferreira, Júlio" userId="b0398a4e-5165-4128-b747-904da519835a" providerId="ADAL" clId="{9131F396-B620-44F5-8D3C-79B62E403E34}" dt="2022-05-30T20:41:55.805" v="24" actId="1036"/>
          <ac:picMkLst>
            <pc:docMk/>
            <pc:sldMk cId="1616455145" sldId="667"/>
            <ac:picMk id="4" creationId="{44BA5E5B-05D0-47AE-B95F-0EB4BD3363BD}"/>
          </ac:picMkLst>
        </pc:picChg>
        <pc:picChg chg="add del mod">
          <ac:chgData name="Vieira Ferreira, Júlio" userId="b0398a4e-5165-4128-b747-904da519835a" providerId="ADAL" clId="{9131F396-B620-44F5-8D3C-79B62E403E34}" dt="2022-05-30T20:41:17.945" v="15" actId="478"/>
          <ac:picMkLst>
            <pc:docMk/>
            <pc:sldMk cId="1616455145" sldId="667"/>
            <ac:picMk id="6" creationId="{8FE9C33F-9940-4B44-99DE-7817555C8671}"/>
          </ac:picMkLst>
        </pc:picChg>
        <pc:picChg chg="add mod">
          <ac:chgData name="Vieira Ferreira, Júlio" userId="b0398a4e-5165-4128-b747-904da519835a" providerId="ADAL" clId="{9131F396-B620-44F5-8D3C-79B62E403E34}" dt="2022-05-30T20:41:24.031" v="17" actId="1076"/>
          <ac:picMkLst>
            <pc:docMk/>
            <pc:sldMk cId="1616455145" sldId="667"/>
            <ac:picMk id="10" creationId="{13195B47-8EE6-455E-89B9-07F4AF0F5169}"/>
          </ac:picMkLst>
        </pc:picChg>
      </pc:sldChg>
    </pc:docChg>
  </pc:docChgLst>
  <pc:docChgLst>
    <pc:chgData name="Vieira Ferreira, Júlio" userId="b0398a4e-5165-4128-b747-904da519835a" providerId="ADAL" clId="{EF7FD699-F8EC-46D9-95E0-F63D25AA7752}"/>
    <pc:docChg chg="modSld">
      <pc:chgData name="Vieira Ferreira, Júlio" userId="b0398a4e-5165-4128-b747-904da519835a" providerId="ADAL" clId="{EF7FD699-F8EC-46D9-95E0-F63D25AA7752}" dt="2023-05-22T23:34:28.951" v="2" actId="20577"/>
      <pc:docMkLst>
        <pc:docMk/>
      </pc:docMkLst>
      <pc:sldChg chg="modSp mod">
        <pc:chgData name="Vieira Ferreira, Júlio" userId="b0398a4e-5165-4128-b747-904da519835a" providerId="ADAL" clId="{EF7FD699-F8EC-46D9-95E0-F63D25AA7752}" dt="2023-05-22T21:11:29.754" v="1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EF7FD699-F8EC-46D9-95E0-F63D25AA7752}" dt="2023-05-22T21:11:29.754" v="1" actId="20577"/>
          <ac:spMkLst>
            <pc:docMk/>
            <pc:sldMk cId="0" sldId="256"/>
            <ac:spMk id="13317" creationId="{00000000-0000-0000-0000-000000000000}"/>
          </ac:spMkLst>
        </pc:spChg>
      </pc:sldChg>
      <pc:sldChg chg="modSp mod">
        <pc:chgData name="Vieira Ferreira, Júlio" userId="b0398a4e-5165-4128-b747-904da519835a" providerId="ADAL" clId="{EF7FD699-F8EC-46D9-95E0-F63D25AA7752}" dt="2023-05-22T23:34:28.951" v="2" actId="20577"/>
        <pc:sldMkLst>
          <pc:docMk/>
          <pc:sldMk cId="1656227321" sldId="663"/>
        </pc:sldMkLst>
        <pc:spChg chg="mod">
          <ac:chgData name="Vieira Ferreira, Júlio" userId="b0398a4e-5165-4128-b747-904da519835a" providerId="ADAL" clId="{EF7FD699-F8EC-46D9-95E0-F63D25AA7752}" dt="2023-05-22T23:34:28.951" v="2" actId="20577"/>
          <ac:spMkLst>
            <pc:docMk/>
            <pc:sldMk cId="1656227321" sldId="663"/>
            <ac:spMk id="8" creationId="{2EB50106-6296-4BEE-A7D6-8B679438D54E}"/>
          </ac:spMkLst>
        </pc:spChg>
      </pc:sldChg>
    </pc:docChg>
  </pc:docChgLst>
  <pc:docChgLst>
    <pc:chgData name="Vieira Ferreira, Júlio" userId="b0398a4e-5165-4128-b747-904da519835a" providerId="ADAL" clId="{E09A4ED3-8411-4FFB-9DC4-FC4F29323551}"/>
    <pc:docChg chg="modSld">
      <pc:chgData name="Vieira Ferreira, Júlio" userId="b0398a4e-5165-4128-b747-904da519835a" providerId="ADAL" clId="{E09A4ED3-8411-4FFB-9DC4-FC4F29323551}" dt="2023-08-23T12:32:07.286" v="3" actId="20577"/>
      <pc:docMkLst>
        <pc:docMk/>
      </pc:docMkLst>
      <pc:sldChg chg="modSp mod">
        <pc:chgData name="Vieira Ferreira, Júlio" userId="b0398a4e-5165-4128-b747-904da519835a" providerId="ADAL" clId="{E09A4ED3-8411-4FFB-9DC4-FC4F29323551}" dt="2023-08-23T12:32:07.286" v="3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E09A4ED3-8411-4FFB-9DC4-FC4F29323551}" dt="2023-08-23T12:32:07.286" v="3" actId="20577"/>
          <ac:spMkLst>
            <pc:docMk/>
            <pc:sldMk cId="0" sldId="256"/>
            <ac:spMk id="133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1113" y="-1588"/>
            <a:ext cx="3722687" cy="40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258055" name="Rectangle 7"/>
          <p:cNvSpPr>
            <a:spLocks noChangeArrowheads="1"/>
          </p:cNvSpPr>
          <p:nvPr/>
        </p:nvSpPr>
        <p:spPr bwMode="auto">
          <a:xfrm>
            <a:off x="4373563" y="0"/>
            <a:ext cx="2921000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-1588" y="9366250"/>
            <a:ext cx="3081338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6962775" y="9350375"/>
            <a:ext cx="35401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fld id="{4E4EF888-1BD2-42E2-BD28-B50340FCB2A3}" type="slidenum">
              <a:rPr lang="en-US" sz="1000">
                <a:solidFill>
                  <a:srgbClr val="000000"/>
                </a:solidFill>
              </a:rPr>
              <a:pPr defTabSz="474663"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8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7" name="AutoShape 1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9" name="AutoShape 1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1" name="AutoShape 1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2" name="AutoShape 1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8" name="AutoShape 2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9" name="AutoShape 2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0" name="AutoShape 2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1" name="AutoShape 2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2" name="AutoShape 2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3" name="AutoShape 2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4" name="AutoShape 2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5" name="AutoShape 2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6" name="AutoShape 3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7" name="AutoShape 3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8" name="AutoShape 3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9" name="AutoShape 3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2" name="AutoShape 3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3" name="AutoShape 3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4" name="AutoShape 3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5" name="AutoShape 3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6" name="AutoShape 4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7" name="AutoShape 4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8" name="AutoShape 4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9" name="AutoShape 4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0" name="AutoShape 4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1" name="AutoShape 4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2" name="AutoShape 4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3" name="AutoShape 4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4" name="AutoShape 4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5" name="AutoShape 4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6" name="AutoShape 5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7" name="AutoShape 5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9" name="AutoShape 5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0" name="AutoShape 5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1" name="AutoShape 5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122937" name="Rectangle 5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7625" y="503238"/>
            <a:ext cx="4662488" cy="349726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0" y="0"/>
            <a:ext cx="4054475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0" y="9258300"/>
            <a:ext cx="5402263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4156" name="Text Box 60"/>
          <p:cNvSpPr txBox="1">
            <a:spLocks noChangeArrowheads="1"/>
          </p:cNvSpPr>
          <p:nvPr/>
        </p:nvSpPr>
        <p:spPr bwMode="auto">
          <a:xfrm>
            <a:off x="5876925" y="9258300"/>
            <a:ext cx="1438275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fld id="{191F516C-C47D-444D-92B4-B32BA722E9A9}" type="slidenum">
              <a:rPr lang="en-US" sz="1000">
                <a:solidFill>
                  <a:srgbClr val="000000"/>
                </a:solidFill>
              </a:rPr>
              <a:pPr algn="r" defTabSz="474663">
                <a:spcBef>
                  <a:spcPct val="0"/>
                </a:spcBef>
                <a:buClrTx/>
                <a:buFontTx/>
                <a:buNone/>
                <a:tabLst>
                  <a:tab pos="0" algn="l"/>
                  <a:tab pos="474663" algn="l"/>
                  <a:tab pos="949325" algn="l"/>
                  <a:tab pos="1422400" algn="l"/>
                  <a:tab pos="1897063" algn="l"/>
                  <a:tab pos="2371725" algn="l"/>
                  <a:tab pos="2846388" algn="l"/>
                  <a:tab pos="3321050" algn="l"/>
                  <a:tab pos="3794125" algn="l"/>
                  <a:tab pos="4268788" algn="l"/>
                  <a:tab pos="4743450" algn="l"/>
                  <a:tab pos="5218113" algn="l"/>
                  <a:tab pos="5692775" algn="l"/>
                  <a:tab pos="6165850" algn="l"/>
                  <a:tab pos="6640513" algn="l"/>
                  <a:tab pos="7115175" algn="l"/>
                  <a:tab pos="7589838" algn="l"/>
                  <a:tab pos="8064500" algn="l"/>
                  <a:tab pos="8537575" algn="l"/>
                  <a:tab pos="9012238" algn="l"/>
                  <a:tab pos="9486900" algn="l"/>
                </a:tabLst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157" name="Rectangle 61"/>
          <p:cNvSpPr>
            <a:spLocks noChangeArrowheads="1"/>
          </p:cNvSpPr>
          <p:nvPr/>
        </p:nvSpPr>
        <p:spPr bwMode="auto">
          <a:xfrm>
            <a:off x="4133850" y="0"/>
            <a:ext cx="3182938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67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88950" y="4243388"/>
            <a:ext cx="6338888" cy="50149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5023" tIns="46678" rIns="95023" bIns="46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0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b="1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1pPr>
    <a:lvl2pPr marL="349250" indent="-120650" algn="l" rtl="0" eaLnBrk="0" fontAlgn="base" hangingPunct="0">
      <a:spcBef>
        <a:spcPct val="30000"/>
      </a:spcBef>
      <a:spcAft>
        <a:spcPct val="0"/>
      </a:spcAft>
      <a:buFont typeface="Wingdings" pitchFamily="2" charset="2"/>
      <a:buChar char="§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2pPr>
    <a:lvl3pPr marL="685800" indent="-107950" algn="l" rtl="0" eaLnBrk="0" fontAlgn="base" hangingPunct="0">
      <a:spcBef>
        <a:spcPct val="30000"/>
      </a:spcBef>
      <a:spcAft>
        <a:spcPct val="0"/>
      </a:spcAft>
      <a:buFont typeface="Arial" charset="0"/>
      <a:buChar char="–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3pPr>
    <a:lvl4pPr marL="1035050" indent="-120650" algn="l" rtl="0" eaLnBrk="0" fontAlgn="base" hangingPunct="0">
      <a:spcBef>
        <a:spcPct val="30000"/>
      </a:spcBef>
      <a:spcAft>
        <a:spcPct val="0"/>
      </a:spcAft>
      <a:buChar char="o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4pPr>
    <a:lvl5pPr marL="1371600" indent="-107950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abrir uma aplicação juntamente com os alunos;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759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Content: N/A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Notes to Instructor: 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6523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753752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19054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7B3C-F820-149E-7667-61CE0D9E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D2499061-7A14-99D3-D1CB-1D997001B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&lt;dependency&gt;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&gt;org.springframework.ai&lt;/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&gt;spring-ai-starter-model-google-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u="sng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&lt;version&gt;1.1.0-M3&lt;/version&gt;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35B7FD43-EE48-2083-677E-F5F19ECB6B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1132257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CED4-FA72-1BD6-3A6F-470D412E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8135A4E4-94BA-6425-0775-E1A6736AAD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&lt;dependency&gt;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&gt;org.springframework.ai&lt;/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&gt;spring-ai-starter-model-google-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u="sng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&lt;version&gt;1.1.0-M3&lt;/version&gt;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2986A79C-89DE-B451-1286-21F227918B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70024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6E4B-83A9-0735-577A-0830AD87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8188081B-11A8-3A0D-B37F-77ABAB02E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&lt;dependency&gt;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&gt;org.springframework.ai&lt;/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&gt;spring-ai-starter-model-google-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u="sng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&lt;version&gt;1.1.0-M3&lt;/version&gt;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E4CEFB17-AE59-C40A-15A0-90EF0968CC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977909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82106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122B7DF-BEB3-40E2-B821-F4AFEBF11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spring.application.name=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genaisdk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b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spring.ai.google.genai.api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-key=${GEMINI_API_KEY}</a:t>
            </a:r>
          </a:p>
          <a:p>
            <a:b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spring.ai.google.genai.chat.options.model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=gemini-2.5-pro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spring.ai.google.genai.chat.options.temperature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=0.5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spring.ai.google.genai.chat.options.top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-k=20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spring.ai.google.genai.chat.options.top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-p=0.9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5508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4746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75E4-31A4-2428-9F30-7E28A01C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EF6451F-1C1E-9C04-A66E-42D6C3D1D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0841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153A-F93E-F9B7-5288-E62654EB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10FE1DA-5620-FA84-9101-F3F2BF632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0920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A0CF-05E9-086C-0EE4-BB087CD8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99A00AB-948B-542B-D9A4-B9C378B3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package acc.br.GenAi;</a:t>
            </a:r>
          </a:p>
          <a:p>
            <a:endParaRPr lang="pt-BR" dirty="0"/>
          </a:p>
          <a:p>
            <a:r>
              <a:rPr lang="pt-BR" dirty="0"/>
              <a:t>import org.springframework.boot.SpringApplication;</a:t>
            </a:r>
          </a:p>
          <a:p>
            <a:r>
              <a:rPr lang="pt-BR" dirty="0"/>
              <a:t>import org.springframework.boot.autoconfigure.SpringBootApplication;</a:t>
            </a:r>
          </a:p>
          <a:p>
            <a:endParaRPr lang="pt-BR" dirty="0"/>
          </a:p>
          <a:p>
            <a:r>
              <a:rPr lang="pt-BR" dirty="0"/>
              <a:t>@SpringBootApplication</a:t>
            </a:r>
          </a:p>
          <a:p>
            <a:r>
              <a:rPr lang="pt-BR" dirty="0"/>
              <a:t>public class GenAiApplication {</a:t>
            </a:r>
          </a:p>
          <a:p>
            <a:endParaRPr lang="pt-BR" dirty="0"/>
          </a:p>
          <a:p>
            <a:r>
              <a:rPr lang="pt-BR" dirty="0"/>
              <a:t>	public static void main(String[] args) {</a:t>
            </a:r>
          </a:p>
          <a:p>
            <a:r>
              <a:rPr lang="pt-BR" dirty="0"/>
              <a:t>		SpringApplication.run(GenAiApplication.class, args);</a:t>
            </a:r>
          </a:p>
          <a:p>
            <a:r>
              <a:rPr lang="pt-BR" dirty="0"/>
              <a:t>	}</a:t>
            </a:r>
          </a:p>
          <a:p>
            <a:endParaRPr lang="pt-BR" dirty="0"/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7261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package acc.br.GenAi.controller;</a:t>
            </a:r>
          </a:p>
          <a:p>
            <a:endParaRPr lang="pt-BR" dirty="0"/>
          </a:p>
          <a:p>
            <a:r>
              <a:rPr lang="pt-BR" dirty="0"/>
              <a:t>import org.springframework.ai.chat.client.ChatClient;</a:t>
            </a:r>
          </a:p>
          <a:p>
            <a:r>
              <a:rPr lang="pt-BR" dirty="0"/>
              <a:t>import org.springframework.ai.chat.model.ChatResponse;</a:t>
            </a:r>
          </a:p>
          <a:p>
            <a:r>
              <a:rPr lang="pt-BR" dirty="0"/>
              <a:t>import org.springframework.web.bind.annotation.GetMapping;</a:t>
            </a:r>
          </a:p>
          <a:p>
            <a:r>
              <a:rPr lang="pt-BR" dirty="0"/>
              <a:t>import org.springframework.web.bind.annotation.RestController;</a:t>
            </a:r>
          </a:p>
          <a:p>
            <a:endParaRPr lang="pt-BR" dirty="0"/>
          </a:p>
          <a:p>
            <a:r>
              <a:rPr lang="pt-BR" dirty="0"/>
              <a:t>@RestController</a:t>
            </a:r>
          </a:p>
          <a:p>
            <a:r>
              <a:rPr lang="pt-BR" dirty="0"/>
              <a:t>public class ChatController {</a:t>
            </a:r>
          </a:p>
          <a:p>
            <a:endParaRPr lang="pt-BR" dirty="0"/>
          </a:p>
          <a:p>
            <a:r>
              <a:rPr lang="pt-BR" dirty="0"/>
              <a:t>	private final ChatClient chatClient;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public ChatController(ChatClient.Builder builder) {</a:t>
            </a:r>
          </a:p>
          <a:p>
            <a:r>
              <a:rPr lang="pt-BR" dirty="0"/>
              <a:t>		this.chatClient = builder.build();</a:t>
            </a:r>
          </a:p>
          <a:p>
            <a:r>
              <a:rPr lang="pt-BR" dirty="0"/>
              <a:t>		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@GetMapping("/")</a:t>
            </a:r>
          </a:p>
          <a:p>
            <a:r>
              <a:rPr lang="pt-BR" dirty="0"/>
              <a:t>	public ChatResponse chat() {</a:t>
            </a:r>
          </a:p>
          <a:p>
            <a:r>
              <a:rPr lang="pt-BR" dirty="0"/>
              <a:t>		return chatClient.prompt()</a:t>
            </a:r>
          </a:p>
          <a:p>
            <a:r>
              <a:rPr lang="pt-BR" dirty="0"/>
              <a:t>				         .user("Qual a capital do japão?")</a:t>
            </a:r>
          </a:p>
          <a:p>
            <a:r>
              <a:rPr lang="pt-BR" dirty="0"/>
              <a:t>				         .call()</a:t>
            </a:r>
          </a:p>
          <a:p>
            <a:r>
              <a:rPr lang="pt-BR" dirty="0"/>
              <a:t>				         .chatResponse();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@GetMapping("/q")</a:t>
            </a:r>
          </a:p>
          <a:p>
            <a:r>
              <a:rPr lang="pt-BR" dirty="0"/>
              <a:t>	public String chat2() {</a:t>
            </a:r>
          </a:p>
          <a:p>
            <a:r>
              <a:rPr lang="pt-BR" dirty="0"/>
              <a:t>		return chatClient.prompt()</a:t>
            </a:r>
          </a:p>
          <a:p>
            <a:r>
              <a:rPr lang="pt-BR" dirty="0"/>
              <a:t>				         .user("Qual a capital do japão?")</a:t>
            </a:r>
          </a:p>
          <a:p>
            <a:r>
              <a:rPr lang="pt-BR" dirty="0"/>
              <a:t>				         .call()</a:t>
            </a:r>
          </a:p>
          <a:p>
            <a:r>
              <a:rPr lang="pt-BR" dirty="0"/>
              <a:t>				         .content();</a:t>
            </a:r>
          </a:p>
          <a:p>
            <a:r>
              <a:rPr lang="pt-BR" dirty="0"/>
              <a:t>	}	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62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228327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Content: N/A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Notes to Instructor: 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2707221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4 laptopgirlside"/>
          <p:cNvPicPr>
            <a:picLocks noChangeAspect="1" noChangeArrowheads="1"/>
          </p:cNvPicPr>
          <p:nvPr/>
        </p:nvPicPr>
        <p:blipFill>
          <a:blip r:embed="rId2"/>
          <a:srcRect l="3226"/>
          <a:stretch>
            <a:fillRect/>
          </a:stretch>
        </p:blipFill>
        <p:spPr bwMode="auto"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19100" y="6553200"/>
            <a:ext cx="7500938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© 2010 Accenture All Rights Reserved. Accenture, its logo, and Accenture High Performance Delivered are trademarks of Accenture.</a:t>
            </a:r>
          </a:p>
        </p:txBody>
      </p:sp>
      <p:pic>
        <p:nvPicPr>
          <p:cNvPr id="6" name="Picture 6" descr="ATS_2x_blac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825" y="2449513"/>
            <a:ext cx="4248150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 descr="A4_Code_2 [Converted])pool blu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25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7395" name="Rectangle 3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2057400" y="381000"/>
            <a:ext cx="6553200" cy="914400"/>
          </a:xfrm>
        </p:spPr>
        <p:txBody>
          <a:bodyPr anchor="t"/>
          <a:lstStyle>
            <a:lvl1pPr>
              <a:lnSpc>
                <a:spcPct val="90000"/>
              </a:lnSpc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/ click to add course name /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2057400" y="1371600"/>
            <a:ext cx="6562725" cy="8636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add module number and name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9D7E45FE-A27B-4AF3-A407-CA43B8942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E45752A1-8624-4EF0-8A17-42876B566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86DFC5EA-E877-484E-9DB8-18037389F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3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5743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015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7" descr="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6050"/>
            <a:ext cx="18542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791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685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latin typeface="Arial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22C5B00-0EA9-46AF-B9B5-85A48F841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466725" y="6553200"/>
            <a:ext cx="27432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</a:t>
            </a:r>
            <a:r>
              <a:rPr lang="en-US" sz="900"/>
              <a:t>© 2010 Accenture </a:t>
            </a:r>
            <a:r>
              <a:rPr lang="en-US" sz="900" dirty="0"/>
              <a:t>All Rights Reserved. </a:t>
            </a:r>
          </a:p>
        </p:txBody>
      </p:sp>
      <p:pic>
        <p:nvPicPr>
          <p:cNvPr id="11270" name="Picture 6" descr="A4_Code_2 [Converted])pool blu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139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2025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3" r:id="rId2"/>
    <p:sldLayoutId id="2147483904" r:id="rId3"/>
    <p:sldLayoutId id="214748390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9pPr>
    </p:titleStyle>
    <p:bodyStyle>
      <a:lvl1pPr marL="274638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550863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808038" indent="-2555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000000"/>
          </a:solidFill>
          <a:latin typeface="+mn-lt"/>
        </a:defRPr>
      </a:lvl3pPr>
      <a:lvl4pPr marL="1074738" indent="-2651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13589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5pPr>
      <a:lvl6pPr marL="18161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6pPr>
      <a:lvl7pPr marL="22733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7pPr>
      <a:lvl8pPr marL="27305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8pPr>
      <a:lvl9pPr marL="31877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34975" y="0"/>
            <a:ext cx="82804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4975" y="1200150"/>
            <a:ext cx="82772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</p:txBody>
      </p:sp>
      <p:sp>
        <p:nvSpPr>
          <p:cNvPr id="1028" name="TextBox 6"/>
          <p:cNvSpPr txBox="1">
            <a:spLocks noChangeArrowheads="1"/>
          </p:cNvSpPr>
          <p:nvPr/>
        </p:nvSpPr>
        <p:spPr bwMode="auto">
          <a:xfrm>
            <a:off x="434975" y="6480175"/>
            <a:ext cx="4137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t>Copyright © 2015 Accenture. Todos os direitos reservados. Proprietário e confidencial.</a:t>
            </a:r>
          </a:p>
        </p:txBody>
      </p:sp>
      <p:sp>
        <p:nvSpPr>
          <p:cNvPr id="1029" name="TextBox 7"/>
          <p:cNvSpPr txBox="1">
            <a:spLocks noChangeArrowheads="1"/>
          </p:cNvSpPr>
          <p:nvPr/>
        </p:nvSpPr>
        <p:spPr bwMode="auto">
          <a:xfrm>
            <a:off x="8243888" y="6616700"/>
            <a:ext cx="46831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>
              <a:defRPr/>
            </a:pPr>
            <a:fld id="{1F99EFCA-6FFB-4991-A2A8-1CB347EB463B}" type="slidenum"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pPr algn="r">
                <a:defRPr/>
              </a:pPr>
              <a:t>‹#›</a:t>
            </a:fld>
            <a:endParaRPr lang="en-US" sz="900">
              <a:solidFill>
                <a:srgbClr val="7F7F7F"/>
              </a:solidFill>
              <a:latin typeface="Arial" charset="0"/>
              <a:cs typeface="Arial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</p:spPr>
      </p:cxn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kern="1200">
          <a:solidFill>
            <a:srgbClr val="002060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9pPr>
    </p:titleStyle>
    <p:bodyStyle>
      <a:lvl1pPr marL="136525" indent="-136525" algn="l" rtl="0" eaLnBrk="1" fontAlgn="base" hangingPunct="1">
        <a:spcBef>
          <a:spcPts val="12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309563" indent="-166688" algn="l" rtl="0" eaLnBrk="1" fontAlgn="base" hangingPunct="1">
        <a:spcBef>
          <a:spcPts val="600"/>
        </a:spcBef>
        <a:spcAft>
          <a:spcPct val="0"/>
        </a:spcAft>
        <a:buFont typeface="Arial" charset="0"/>
        <a:buChar char="−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marL="447675" indent="-138113" algn="l" rtl="0" eaLnBrk="1" fontAlgn="base" hangingPunct="1">
        <a:spcBef>
          <a:spcPts val="600"/>
        </a:spcBef>
        <a:spcAft>
          <a:spcPct val="0"/>
        </a:spcAft>
        <a:buFont typeface="Arial" charset="0"/>
        <a:buChar char="-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Spring Boot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3137" y="2459504"/>
            <a:ext cx="8275899" cy="202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0" dirty="0">
                <a:solidFill>
                  <a:schemeClr val="tx1"/>
                </a:solidFill>
              </a:rPr>
              <a:t>Aplicação </a:t>
            </a:r>
          </a:p>
          <a:p>
            <a:pPr algn="ctr"/>
            <a:r>
              <a:rPr lang="pt-BR" sz="6000" b="0" dirty="0">
                <a:solidFill>
                  <a:schemeClr val="tx1"/>
                </a:solidFill>
              </a:rPr>
              <a:t>GEN AI com Spring AI</a:t>
            </a:r>
          </a:p>
        </p:txBody>
      </p:sp>
    </p:spTree>
    <p:extLst>
      <p:ext uri="{BB962C8B-B14F-4D97-AF65-F5344CB8AC3E}">
        <p14:creationId xmlns:p14="http://schemas.microsoft.com/office/powerpoint/2010/main" val="415758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CRUD Student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Utilizaremos o </a:t>
            </a:r>
            <a:r>
              <a:rPr lang="pt-BR" sz="2400" b="1" kern="1200" dirty="0" err="1">
                <a:latin typeface="Arial" pitchFamily="34" charset="0"/>
                <a:cs typeface="Arial" pitchFamily="34" charset="0"/>
              </a:rPr>
              <a:t>SpringInitializer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Iremos utilizar o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Spring Ai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para fala com a LLM;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Vamos configurar o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Maven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Criar o código;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E2529-779F-406E-41A4-7BA2EB66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16316"/>
            <a:ext cx="8153400" cy="563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FILE ... IMPORT....PROJECTS FROM FOLDER OR...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235702-9F26-B393-8482-AF2AADA2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2" y="1804427"/>
            <a:ext cx="7391400" cy="502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D4C3-623F-10B4-610E-D8BDD466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54B8005-8683-E25D-B01F-DA23D8A0E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55DAF6-5901-1BEE-045F-332D563373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Edite o arquivo POM.XML.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Exclua o código indicado.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Em seguida coloque o código deste slide.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9636249D-5D95-5262-C8F9-AA6C984BA7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D8E84-909C-12B9-856B-7F60A9870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36" y="2743846"/>
            <a:ext cx="8764244" cy="39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6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F2912-9517-146E-F4C9-6BE8EC98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C1601D8E-AA0B-18EC-3259-EA81E030E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779336-3ACF-9D76-F242-FA3B80478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Ficou assim.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Salve o arquivo para que as atualizações aconteçam.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714C6028-0EC7-2E5B-E815-705895222F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42CD2A-FE0C-70F3-B9D8-4AFDE103D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67" y="2622057"/>
            <a:ext cx="8983329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8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1A2D-0E26-C51D-C7B5-A75D8159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F6A9DE0C-3D1D-3153-6191-8ECA2F33B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F63F47E-55D1-608C-9859-E8452EBFB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Em seguida altere conforme indicado nas figuras.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>
                <a:latin typeface="Arial" pitchFamily="34" charset="0"/>
                <a:cs typeface="Arial" pitchFamily="34" charset="0"/>
              </a:rPr>
              <a:t>Salve o arquivo.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C4636928-40FC-7D56-8686-4C6F749D76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B164A-F0E7-2F71-2985-82E5BE9AB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06" y="2362200"/>
            <a:ext cx="694469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88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60"/>
            <a:ext cx="7060096" cy="573516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Estrutura dos pacotes e dependências;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95EC44-9BB1-7463-9F8D-4E6F03440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5" y="2418389"/>
            <a:ext cx="6197697" cy="3805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FA629C-0BA9-ED02-4FA6-18B5EB955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095490"/>
            <a:ext cx="3248478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6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050181"/>
            <a:ext cx="8458200" cy="789425"/>
          </a:xfrm>
        </p:spPr>
        <p:txBody>
          <a:bodyPr/>
          <a:lstStyle/>
          <a:p>
            <a:pPr marL="266700" indent="-266700">
              <a:buNone/>
            </a:pPr>
            <a:r>
              <a:rPr lang="en-US" dirty="0"/>
              <a:t>	</a:t>
            </a:r>
            <a:r>
              <a:rPr lang="en-US" sz="3600" b="1" dirty="0"/>
              <a:t>Application Properties</a:t>
            </a:r>
          </a:p>
          <a:p>
            <a:pPr marL="266700" indent="-266700">
              <a:buNone/>
            </a:pPr>
            <a:endParaRPr lang="en-US" sz="3600" b="1" dirty="0"/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F675A-223C-408D-9554-12FBDA83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7" y="1727108"/>
            <a:ext cx="4645025" cy="1439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CD067-61F6-2373-7765-AC8CE9C50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85" y="3166682"/>
            <a:ext cx="7097115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9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Obtendo a API Key</a:t>
            </a: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7C38B-4157-081A-DAB3-1B95B7EDE3CC}"/>
              </a:ext>
            </a:extLst>
          </p:cNvPr>
          <p:cNvSpPr txBox="1"/>
          <p:nvPr/>
        </p:nvSpPr>
        <p:spPr>
          <a:xfrm>
            <a:off x="304800" y="21610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https://aistudio.google.com/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D82D6-6BE5-2671-B51C-528A5044F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659969"/>
            <a:ext cx="6515100" cy="390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7800-E1D9-3F24-2040-E9F9C86D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06AD253E-1642-A5A3-4DFB-B9CF78A81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12632-DE17-5D57-252C-A02559DF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Criando a variável de ambiente que vai guardar a API Key</a:t>
            </a: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368A82D1-45DD-03FC-BD1B-A84BA750C7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CB635C76-8E8A-CED9-55C8-CD2732D4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6306A-85D2-7331-EC52-B068F5911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175480"/>
            <a:ext cx="4335869" cy="44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3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7545-89A6-583A-83EE-21BCBE13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3D14D4AB-51B3-EF46-396D-0C7F36F0A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7591B-213A-1EB5-07B4-84C3B1634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Criando a variável de ambiente que vai guardar a API Key</a:t>
            </a: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6E93829B-550F-783E-7894-7618018067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7DAF4036-FBE1-D9D1-EB66-5B82E5A16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EABC19-445E-4C08-5084-F3DCEB37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766" y="2007713"/>
            <a:ext cx="4413531" cy="48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54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F59F-F442-F5F0-F179-EEAC7188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9BB37B94-39B7-622F-D9AE-447862D01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F24F2-99C1-8E56-9D13-79B49E32E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A classe principal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GenAiApplication</a:t>
            </a:r>
            <a:r>
              <a:rPr lang="pt-BR" sz="2400" dirty="0"/>
              <a:t> no pacote 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acc.br.GenAi</a:t>
            </a: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32AE3335-2BE0-507C-BC96-CA643A8892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6410BBAD-CCCD-9BBA-5BAB-47EAB80E2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B9755-2442-6A02-5D80-EC1CF2962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13" y="2895600"/>
            <a:ext cx="339137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9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</a:t>
            </a:r>
            <a:r>
              <a:rPr lang="pt-BR" sz="3200" b="1" dirty="0" err="1"/>
              <a:t>controller</a:t>
            </a:r>
            <a:endParaRPr lang="pt-BR" sz="3200" b="1" dirty="0"/>
          </a:p>
          <a:p>
            <a:pPr marL="0" indent="0">
              <a:buNone/>
            </a:pPr>
            <a:r>
              <a:rPr lang="pt-BR" sz="2400" b="1" dirty="0"/>
              <a:t>GenAiController.java</a:t>
            </a:r>
            <a:r>
              <a:rPr lang="pt-BR" sz="2400" dirty="0"/>
              <a:t> no pacote 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acc.br.GenAi.controller</a:t>
            </a: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B893-0D38-43B2-E579-72C03328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90571"/>
            <a:ext cx="335326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12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60"/>
            <a:ext cx="8736496" cy="456582"/>
          </a:xfrm>
        </p:spPr>
        <p:txBody>
          <a:bodyPr/>
          <a:lstStyle/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GET</a:t>
            </a:r>
            <a:endParaRPr lang="pt-BR" sz="58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D057D-B8E4-200E-57F4-303CA47C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1905000"/>
            <a:ext cx="8145012" cy="2800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135DA3-38E3-6FCA-2057-C2284228F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73" y="4800600"/>
            <a:ext cx="8077200" cy="180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93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736496" cy="4894841"/>
          </a:xfrm>
        </p:spPr>
        <p:txBody>
          <a:bodyPr/>
          <a:lstStyle/>
          <a:p>
            <a:pPr marL="0" indent="0">
              <a:buNone/>
            </a:pPr>
            <a:r>
              <a:rPr lang="pt-BR" sz="4000" b="1" dirty="0"/>
              <a:t>DESAFIOS</a:t>
            </a:r>
            <a:endParaRPr lang="pt-BR" sz="2400" b="1" dirty="0"/>
          </a:p>
          <a:p>
            <a:pPr marL="0" indent="0">
              <a:buNone/>
            </a:pPr>
            <a:endParaRPr lang="pt-BR" sz="2400" b="1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Ao receber de volta a respota a mensagem da IA, grave a mesma no banco de dados.Grave o prompt e a resposta. </a:t>
            </a:r>
          </a:p>
          <a:p>
            <a:pPr marL="0" indent="0">
              <a:buNone/>
            </a:pPr>
            <a:endParaRPr lang="pt-BR" sz="2400" b="1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Alterar a aplicação: Incluir JoptionPane de forma a obter o prompt do teclado, e exibir a resposta da IA.</a:t>
            </a:r>
          </a:p>
          <a:p>
            <a:pPr marL="0" indent="0">
              <a:buNone/>
            </a:pPr>
            <a:endParaRPr lang="pt-BR" sz="2400" b="1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Enviar </a:t>
            </a:r>
            <a:r>
              <a:rPr lang="pt-BR" sz="2400" b="1" kern="1200">
                <a:latin typeface="Arial" pitchFamily="34" charset="0"/>
                <a:cs typeface="Arial" pitchFamily="34" charset="0"/>
              </a:rPr>
              <a:t>as evidências de funcionamento.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0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and Comments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495800" cy="4953000"/>
          </a:xfrm>
        </p:spPr>
        <p:txBody>
          <a:bodyPr/>
          <a:lstStyle/>
          <a:p>
            <a:pPr>
              <a:defRPr/>
            </a:pPr>
            <a:r>
              <a:rPr lang="en-US" dirty="0"/>
              <a:t>What questions or comments </a:t>
            </a:r>
            <a:br>
              <a:rPr lang="en-US" dirty="0"/>
            </a:br>
            <a:r>
              <a:rPr lang="en-US" dirty="0"/>
              <a:t>do you have?</a:t>
            </a:r>
          </a:p>
          <a:p>
            <a:pPr marL="419100" indent="-134938">
              <a:buFontTx/>
              <a:buNone/>
              <a:defRPr/>
            </a:pPr>
            <a:endParaRPr lang="en-US" dirty="0"/>
          </a:p>
        </p:txBody>
      </p:sp>
      <p:sp>
        <p:nvSpPr>
          <p:cNvPr id="27650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33B9D3FC-95A0-4815-8E1B-B71EFD6269D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7652" name="Picture 5" descr="5204101-siz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390650"/>
            <a:ext cx="41402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16788D-4239-40EC-B5B7-0FB8ABFF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15" y="2671762"/>
            <a:ext cx="28670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7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TS Branded_v3">
  <a:themeElements>
    <a:clrScheme name="ATS Branded_v3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099CC"/>
      </a:accent1>
      <a:accent2>
        <a:srgbClr val="FF6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E75C00"/>
      </a:accent6>
      <a:hlink>
        <a:srgbClr val="663399"/>
      </a:hlink>
      <a:folHlink>
        <a:srgbClr val="FF3366"/>
      </a:folHlink>
    </a:clrScheme>
    <a:fontScheme name="ATS Branded_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TS Branded_v3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099CC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E75C00"/>
        </a:accent6>
        <a:hlink>
          <a:srgbClr val="663399"/>
        </a:hlink>
        <a:folHlink>
          <a:srgbClr val="FF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ul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>
  <documentManagement>
    <lcf76f155ced4ddcb4097134ff3c332f xmlns="805d67a4-0afc-4282-9f53-9df66667f198">
      <Terms xmlns="http://schemas.microsoft.com/office/infopath/2007/PartnerControls"/>
    </lcf76f155ced4ddcb4097134ff3c332f>
    <TaxCatchAll xmlns="4e5fae00-c6c8-4fa6-8a81-4baa538bf2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79CF5E7BC5044E985692AB10B5F456" ma:contentTypeVersion="11" ma:contentTypeDescription="Create a new document." ma:contentTypeScope="" ma:versionID="f97ddb8bec73cc29f05790e5659c7004">
  <xsd:schema xmlns:xsd="http://www.w3.org/2001/XMLSchema" xmlns:xs="http://www.w3.org/2001/XMLSchema" xmlns:p="http://schemas.microsoft.com/office/2006/metadata/properties" xmlns:ns2="805d67a4-0afc-4282-9f53-9df66667f198" xmlns:ns3="4e5fae00-c6c8-4fa6-8a81-4baa538bf2f6" targetNamespace="http://schemas.microsoft.com/office/2006/metadata/properties" ma:root="true" ma:fieldsID="e1df14e0790bc908bc4497eb360d9743" ns2:_="" ns3:_="">
    <xsd:import namespace="805d67a4-0afc-4282-9f53-9df66667f198"/>
    <xsd:import namespace="4e5fae00-c6c8-4fa6-8a81-4baa538bf2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d67a4-0afc-4282-9f53-9df66667f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fae00-c6c8-4fa6-8a81-4baa538bf2f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9dccd5-0685-4549-97af-8c2e7e7e3ac3}" ma:internalName="TaxCatchAll" ma:showField="CatchAllData" ma:web="4e5fae00-c6c8-4fa6-8a81-4baa538bf2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AEBA84-71F7-42A2-95E2-816C6AC50A8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919BD09B-3566-47F6-94BF-EBE8449440A5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408ab11e-f543-4dc6-ae17-5dd88e2fd41d"/>
    <ds:schemaRef ds:uri="http://schemas.microsoft.com/office/infopath/2007/PartnerControls"/>
    <ds:schemaRef ds:uri="http://www.w3.org/XML/1998/namespace"/>
    <ds:schemaRef ds:uri="805d67a4-0afc-4282-9f53-9df66667f198"/>
    <ds:schemaRef ds:uri="4e5fae00-c6c8-4fa6-8a81-4baa538bf2f6"/>
  </ds:schemaRefs>
</ds:datastoreItem>
</file>

<file path=customXml/itemProps3.xml><?xml version="1.0" encoding="utf-8"?>
<ds:datastoreItem xmlns:ds="http://schemas.openxmlformats.org/officeDocument/2006/customXml" ds:itemID="{E1592347-E818-487C-B153-F89460F299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d67a4-0afc-4282-9f53-9df66667f198"/>
    <ds:schemaRef ds:uri="4e5fae00-c6c8-4fa6-8a81-4baa538bf2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B35C5FF-C094-4A6D-805E-530AC75DBE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63917</TotalTime>
  <Words>2516</Words>
  <Application>Microsoft Office PowerPoint</Application>
  <PresentationFormat>On-screen Show (4:3)</PresentationFormat>
  <Paragraphs>394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Wingdings</vt:lpstr>
      <vt:lpstr>ATS Branded_v3</vt:lpstr>
      <vt:lpstr>soul1</vt:lpstr>
      <vt:lpstr>Spring Boot</vt:lpstr>
      <vt:lpstr>Projeto CRUD Student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Java Application Development with Spring</dc:title>
  <dc:subject>Module 3</dc:subject>
  <dc:creator>sheetal.v.karambe</dc:creator>
  <dc:description>Latest - 23rd May</dc:description>
  <cp:lastModifiedBy>Vieira Ferreira, Júlio</cp:lastModifiedBy>
  <cp:revision>3570</cp:revision>
  <cp:lastPrinted>2025-02-18T18:32:23Z</cp:lastPrinted>
  <dcterms:created xsi:type="dcterms:W3CDTF">2007-02-13T04:42:34Z</dcterms:created>
  <dcterms:modified xsi:type="dcterms:W3CDTF">2026-05-06T16:52:31Z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isplay_urn:schemas-microsoft-com:office:office#CheckoutUser">
    <vt:lpwstr>Navabi, Dariush</vt:lpwstr>
  </property>
  <property fmtid="{D5CDD505-2E9C-101B-9397-08002B2CF9AE}" pid="4" name="Order">
    <vt:r8>24516700</vt:r8>
  </property>
  <property fmtid="{D5CDD505-2E9C-101B-9397-08002B2CF9AE}" pid="5" name="CheckoutUser">
    <vt:lpwstr/>
  </property>
  <property fmtid="{D5CDD505-2E9C-101B-9397-08002B2CF9AE}" pid="6" name="ContentTypeId">
    <vt:lpwstr>0x0101002679CF5E7BC5044E985692AB10B5F456</vt:lpwstr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