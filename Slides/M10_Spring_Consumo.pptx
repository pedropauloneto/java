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5"/>
    <p:sldMasterId id="2147483907" r:id="rId6"/>
  </p:sldMasterIdLst>
  <p:notesMasterIdLst>
    <p:notesMasterId r:id="rId21"/>
  </p:notesMasterIdLst>
  <p:handoutMasterIdLst>
    <p:handoutMasterId r:id="rId22"/>
  </p:handoutMasterIdLst>
  <p:sldIdLst>
    <p:sldId id="624" r:id="rId7"/>
    <p:sldId id="640" r:id="rId8"/>
    <p:sldId id="626" r:id="rId9"/>
    <p:sldId id="600" r:id="rId10"/>
    <p:sldId id="672" r:id="rId11"/>
    <p:sldId id="637" r:id="rId12"/>
    <p:sldId id="651" r:id="rId13"/>
    <p:sldId id="669" r:id="rId14"/>
    <p:sldId id="652" r:id="rId15"/>
    <p:sldId id="676" r:id="rId16"/>
    <p:sldId id="679" r:id="rId17"/>
    <p:sldId id="674" r:id="rId18"/>
    <p:sldId id="678" r:id="rId19"/>
    <p:sldId id="587" r:id="rId20"/>
  </p:sldIdLst>
  <p:sldSz cx="9144000" cy="6858000" type="screen4x3"/>
  <p:notesSz cx="7315200" cy="9601200"/>
  <p:custDataLst>
    <p:tags r:id="rId23"/>
  </p:custDataLst>
  <p:defaultTextStyle>
    <a:defPPr>
      <a:defRPr lang="en-GB"/>
    </a:defPPr>
    <a:lvl1pPr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1pPr>
    <a:lvl2pPr marL="742950" indent="-28575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2pPr>
    <a:lvl3pPr marL="11430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3pPr>
    <a:lvl4pPr marL="16002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4pPr>
    <a:lvl5pPr marL="20574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5">
          <p15:clr>
            <a:srgbClr val="A4A3A4"/>
          </p15:clr>
        </p15:guide>
        <p15:guide id="2" pos="225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98B33"/>
    <a:srgbClr val="003300"/>
    <a:srgbClr val="99CCFF"/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47769" autoAdjust="0"/>
  </p:normalViewPr>
  <p:slideViewPr>
    <p:cSldViewPr>
      <p:cViewPr varScale="1">
        <p:scale>
          <a:sx n="79" d="100"/>
          <a:sy n="79" d="100"/>
        </p:scale>
        <p:origin x="112" y="276"/>
      </p:cViewPr>
      <p:guideLst>
        <p:guide orient="horz" pos="2112"/>
        <p:guide pos="38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8186"/>
    </p:cViewPr>
  </p:sorterViewPr>
  <p:notesViewPr>
    <p:cSldViewPr>
      <p:cViewPr>
        <p:scale>
          <a:sx n="100" d="100"/>
          <a:sy n="100" d="100"/>
        </p:scale>
        <p:origin x="-1404" y="1098"/>
      </p:cViewPr>
      <p:guideLst>
        <p:guide orient="horz" pos="2975"/>
        <p:guide pos="225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ira Ferreira, Júlio" userId="b0398a4e-5165-4128-b747-904da519835a" providerId="ADAL" clId="{16939630-295B-43A1-B869-A058CDB74353}"/>
    <pc:docChg chg="modSld">
      <pc:chgData name="Vieira Ferreira, Júlio" userId="b0398a4e-5165-4128-b747-904da519835a" providerId="ADAL" clId="{16939630-295B-43A1-B869-A058CDB74353}" dt="2021-09-01T15:48:53.895" v="1" actId="20577"/>
      <pc:docMkLst>
        <pc:docMk/>
      </pc:docMkLst>
      <pc:sldChg chg="modSp mod">
        <pc:chgData name="Vieira Ferreira, Júlio" userId="b0398a4e-5165-4128-b747-904da519835a" providerId="ADAL" clId="{16939630-295B-43A1-B869-A058CDB74353}" dt="2021-09-01T15:48:53.895" v="1" actId="20577"/>
        <pc:sldMkLst>
          <pc:docMk/>
          <pc:sldMk cId="0" sldId="256"/>
        </pc:sldMkLst>
        <pc:spChg chg="mod">
          <ac:chgData name="Vieira Ferreira, Júlio" userId="b0398a4e-5165-4128-b747-904da519835a" providerId="ADAL" clId="{16939630-295B-43A1-B869-A058CDB74353}" dt="2021-09-01T15:48:53.895" v="1" actId="20577"/>
          <ac:spMkLst>
            <pc:docMk/>
            <pc:sldMk cId="0" sldId="256"/>
            <ac:spMk id="13317" creationId="{00000000-0000-0000-0000-000000000000}"/>
          </ac:spMkLst>
        </pc:spChg>
      </pc:sldChg>
    </pc:docChg>
  </pc:docChgLst>
  <pc:docChgLst>
    <pc:chgData name="Vieira Ferreira, Júlio" userId="b0398a4e-5165-4128-b747-904da519835a" providerId="ADAL" clId="{CE820096-B605-49D9-838C-D253BEFC4052}"/>
    <pc:docChg chg="undo custSel modSld">
      <pc:chgData name="Vieira Ferreira, Júlio" userId="b0398a4e-5165-4128-b747-904da519835a" providerId="ADAL" clId="{CE820096-B605-49D9-838C-D253BEFC4052}" dt="2021-06-30T19:42:28.790" v="13" actId="478"/>
      <pc:docMkLst>
        <pc:docMk/>
      </pc:docMkLst>
      <pc:sldChg chg="addSp delSp modSp mod">
        <pc:chgData name="Vieira Ferreira, Júlio" userId="b0398a4e-5165-4128-b747-904da519835a" providerId="ADAL" clId="{CE820096-B605-49D9-838C-D253BEFC4052}" dt="2021-06-19T20:38:21.046" v="5" actId="1076"/>
        <pc:sldMkLst>
          <pc:docMk/>
          <pc:sldMk cId="391996477" sldId="626"/>
        </pc:sldMkLst>
        <pc:picChg chg="add mod">
          <ac:chgData name="Vieira Ferreira, Júlio" userId="b0398a4e-5165-4128-b747-904da519835a" providerId="ADAL" clId="{CE820096-B605-49D9-838C-D253BEFC4052}" dt="2021-06-19T20:38:21.046" v="5" actId="1076"/>
          <ac:picMkLst>
            <pc:docMk/>
            <pc:sldMk cId="391996477" sldId="626"/>
            <ac:picMk id="2" creationId="{3E87223A-004B-4E7F-9C22-94A25675CF57}"/>
          </ac:picMkLst>
        </pc:picChg>
        <pc:picChg chg="del">
          <ac:chgData name="Vieira Ferreira, Júlio" userId="b0398a4e-5165-4128-b747-904da519835a" providerId="ADAL" clId="{CE820096-B605-49D9-838C-D253BEFC4052}" dt="2021-06-19T20:37:14.665" v="3" actId="478"/>
          <ac:picMkLst>
            <pc:docMk/>
            <pc:sldMk cId="391996477" sldId="626"/>
            <ac:picMk id="4" creationId="{C354F86D-41D3-422E-BB1E-9806669AA4F9}"/>
          </ac:picMkLst>
        </pc:picChg>
      </pc:sldChg>
      <pc:sldChg chg="modSp mod">
        <pc:chgData name="Vieira Ferreira, Júlio" userId="b0398a4e-5165-4128-b747-904da519835a" providerId="ADAL" clId="{CE820096-B605-49D9-838C-D253BEFC4052}" dt="2021-06-19T20:27:05.031" v="0" actId="6549"/>
        <pc:sldMkLst>
          <pc:docMk/>
          <pc:sldMk cId="1628545094" sldId="637"/>
        </pc:sldMkLst>
        <pc:spChg chg="mod">
          <ac:chgData name="Vieira Ferreira, Júlio" userId="b0398a4e-5165-4128-b747-904da519835a" providerId="ADAL" clId="{CE820096-B605-49D9-838C-D253BEFC4052}" dt="2021-06-19T20:27:05.031" v="0" actId="6549"/>
          <ac:spMkLst>
            <pc:docMk/>
            <pc:sldMk cId="1628545094" sldId="637"/>
            <ac:spMk id="6" creationId="{00000000-0000-0000-0000-000000000000}"/>
          </ac:spMkLst>
        </pc:spChg>
      </pc:sldChg>
      <pc:sldChg chg="modSp mod">
        <pc:chgData name="Vieira Ferreira, Júlio" userId="b0398a4e-5165-4128-b747-904da519835a" providerId="ADAL" clId="{CE820096-B605-49D9-838C-D253BEFC4052}" dt="2021-06-19T20:29:02.091" v="2" actId="20577"/>
        <pc:sldMkLst>
          <pc:docMk/>
          <pc:sldMk cId="3305918037" sldId="669"/>
        </pc:sldMkLst>
        <pc:spChg chg="mod">
          <ac:chgData name="Vieira Ferreira, Júlio" userId="b0398a4e-5165-4128-b747-904da519835a" providerId="ADAL" clId="{CE820096-B605-49D9-838C-D253BEFC4052}" dt="2021-06-19T20:29:02.091" v="2" actId="20577"/>
          <ac:spMkLst>
            <pc:docMk/>
            <pc:sldMk cId="3305918037" sldId="669"/>
            <ac:spMk id="6" creationId="{00000000-0000-0000-0000-000000000000}"/>
          </ac:spMkLst>
        </pc:spChg>
      </pc:sldChg>
      <pc:sldChg chg="addSp delSp modSp mod">
        <pc:chgData name="Vieira Ferreira, Júlio" userId="b0398a4e-5165-4128-b747-904da519835a" providerId="ADAL" clId="{CE820096-B605-49D9-838C-D253BEFC4052}" dt="2021-06-30T19:42:28.790" v="13" actId="478"/>
        <pc:sldMkLst>
          <pc:docMk/>
          <pc:sldMk cId="415548475" sldId="672"/>
        </pc:sldMkLst>
        <pc:picChg chg="add del">
          <ac:chgData name="Vieira Ferreira, Júlio" userId="b0398a4e-5165-4128-b747-904da519835a" providerId="ADAL" clId="{CE820096-B605-49D9-838C-D253BEFC4052}" dt="2021-06-30T19:42:28.790" v="13" actId="478"/>
          <ac:picMkLst>
            <pc:docMk/>
            <pc:sldMk cId="415548475" sldId="672"/>
            <ac:picMk id="2" creationId="{7CE5AFE1-3967-4F5D-8781-5FBE402667AD}"/>
          </ac:picMkLst>
        </pc:picChg>
        <pc:picChg chg="add del mod">
          <ac:chgData name="Vieira Ferreira, Júlio" userId="b0398a4e-5165-4128-b747-904da519835a" providerId="ADAL" clId="{CE820096-B605-49D9-838C-D253BEFC4052}" dt="2021-06-30T19:42:28.264" v="12"/>
          <ac:picMkLst>
            <pc:docMk/>
            <pc:sldMk cId="415548475" sldId="672"/>
            <ac:picMk id="3" creationId="{3DDF49D5-CFD7-4E75-8D3B-2D365F605E55}"/>
          </ac:picMkLst>
        </pc:picChg>
      </pc:sldChg>
    </pc:docChg>
  </pc:docChgLst>
  <pc:docChgLst>
    <pc:chgData name="Vieira Ferreira, Júlio" userId="b0398a4e-5165-4128-b747-904da519835a" providerId="ADAL" clId="{EA590C62-05CC-4B51-9B57-51386FE94D9F}"/>
    <pc:docChg chg="modSld">
      <pc:chgData name="Vieira Ferreira, Júlio" userId="b0398a4e-5165-4128-b747-904da519835a" providerId="ADAL" clId="{EA590C62-05CC-4B51-9B57-51386FE94D9F}" dt="2021-05-20T11:41:17.054" v="43" actId="20577"/>
      <pc:docMkLst>
        <pc:docMk/>
      </pc:docMkLst>
      <pc:sldChg chg="modSp mod">
        <pc:chgData name="Vieira Ferreira, Júlio" userId="b0398a4e-5165-4128-b747-904da519835a" providerId="ADAL" clId="{EA590C62-05CC-4B51-9B57-51386FE94D9F}" dt="2021-05-20T11:41:17.054" v="43" actId="20577"/>
        <pc:sldMkLst>
          <pc:docMk/>
          <pc:sldMk cId="2283167793" sldId="679"/>
        </pc:sldMkLst>
        <pc:spChg chg="mod">
          <ac:chgData name="Vieira Ferreira, Júlio" userId="b0398a4e-5165-4128-b747-904da519835a" providerId="ADAL" clId="{EA590C62-05CC-4B51-9B57-51386FE94D9F}" dt="2021-05-20T11:41:17.054" v="43" actId="20577"/>
          <ac:spMkLst>
            <pc:docMk/>
            <pc:sldMk cId="2283167793" sldId="679"/>
            <ac:spMk id="6" creationId="{00000000-0000-0000-0000-000000000000}"/>
          </ac:spMkLst>
        </pc:spChg>
      </pc:sldChg>
    </pc:docChg>
  </pc:docChgLst>
  <pc:docChgLst>
    <pc:chgData name="Vieira Ferreira, Júlio" userId="b0398a4e-5165-4128-b747-904da519835a" providerId="ADAL" clId="{FE1C1F9D-F3B3-411C-BA8E-760C6CF656F2}"/>
    <pc:docChg chg="modSld">
      <pc:chgData name="Vieira Ferreira, Júlio" userId="b0398a4e-5165-4128-b747-904da519835a" providerId="ADAL" clId="{FE1C1F9D-F3B3-411C-BA8E-760C6CF656F2}" dt="2021-07-16T18:47:44.304" v="1" actId="20577"/>
      <pc:docMkLst>
        <pc:docMk/>
      </pc:docMkLst>
      <pc:sldChg chg="modSp mod">
        <pc:chgData name="Vieira Ferreira, Júlio" userId="b0398a4e-5165-4128-b747-904da519835a" providerId="ADAL" clId="{FE1C1F9D-F3B3-411C-BA8E-760C6CF656F2}" dt="2021-07-16T18:47:44.304" v="1" actId="20577"/>
        <pc:sldMkLst>
          <pc:docMk/>
          <pc:sldMk cId="0" sldId="256"/>
        </pc:sldMkLst>
        <pc:spChg chg="mod">
          <ac:chgData name="Vieira Ferreira, Júlio" userId="b0398a4e-5165-4128-b747-904da519835a" providerId="ADAL" clId="{FE1C1F9D-F3B3-411C-BA8E-760C6CF656F2}" dt="2021-07-16T18:47:44.304" v="1" actId="20577"/>
          <ac:spMkLst>
            <pc:docMk/>
            <pc:sldMk cId="0" sldId="256"/>
            <ac:spMk id="133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11113" y="-1588"/>
            <a:ext cx="3722687" cy="40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258055" name="Rectangle 7"/>
          <p:cNvSpPr>
            <a:spLocks noChangeArrowheads="1"/>
          </p:cNvSpPr>
          <p:nvPr/>
        </p:nvSpPr>
        <p:spPr bwMode="auto">
          <a:xfrm>
            <a:off x="4373563" y="0"/>
            <a:ext cx="2921000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258056" name="Rectangle 8"/>
          <p:cNvSpPr>
            <a:spLocks noChangeArrowheads="1"/>
          </p:cNvSpPr>
          <p:nvPr/>
        </p:nvSpPr>
        <p:spPr bwMode="auto">
          <a:xfrm>
            <a:off x="-1588" y="9366250"/>
            <a:ext cx="3081338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6962775" y="9350375"/>
            <a:ext cx="35401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fld id="{4E4EF888-1BD2-42E2-BD28-B50340FCB2A3}" type="slidenum">
              <a:rPr lang="en-US" sz="1000">
                <a:solidFill>
                  <a:srgbClr val="000000"/>
                </a:solidFill>
              </a:rPr>
              <a:pPr defTabSz="474663"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8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7" name="AutoShape 1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8" name="AutoShape 1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9" name="AutoShape 1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0" name="AutoShape 1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1" name="AutoShape 1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2" name="AutoShape 1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3" name="AutoShape 1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4" name="AutoShape 1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6" name="AutoShape 2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7" name="AutoShape 2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8" name="AutoShape 2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9" name="AutoShape 2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0" name="AutoShape 2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1" name="AutoShape 2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2" name="AutoShape 2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3" name="AutoShape 2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4" name="AutoShape 2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5" name="AutoShape 2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6" name="AutoShape 3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7" name="AutoShape 3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8" name="AutoShape 3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9" name="AutoShape 3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1" name="AutoShape 3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2" name="AutoShape 3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3" name="AutoShape 3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4" name="AutoShape 3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5" name="AutoShape 3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6" name="AutoShape 4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7" name="AutoShape 4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8" name="AutoShape 4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9" name="AutoShape 4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0" name="AutoShape 4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1" name="AutoShape 4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2" name="AutoShape 4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3" name="AutoShape 4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4" name="AutoShape 4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5" name="AutoShape 4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6" name="AutoShape 5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7" name="AutoShape 5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8" name="AutoShape 5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9" name="AutoShape 5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0" name="AutoShape 5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1" name="AutoShape 5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122937" name="Rectangle 5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7625" y="503238"/>
            <a:ext cx="4662488" cy="349726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54" name="Text Box 58"/>
          <p:cNvSpPr txBox="1">
            <a:spLocks noChangeArrowheads="1"/>
          </p:cNvSpPr>
          <p:nvPr/>
        </p:nvSpPr>
        <p:spPr bwMode="auto">
          <a:xfrm>
            <a:off x="0" y="0"/>
            <a:ext cx="4054475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4155" name="Text Box 59"/>
          <p:cNvSpPr txBox="1">
            <a:spLocks noChangeArrowheads="1"/>
          </p:cNvSpPr>
          <p:nvPr/>
        </p:nvSpPr>
        <p:spPr bwMode="auto">
          <a:xfrm>
            <a:off x="0" y="9258300"/>
            <a:ext cx="5402263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4156" name="Text Box 60"/>
          <p:cNvSpPr txBox="1">
            <a:spLocks noChangeArrowheads="1"/>
          </p:cNvSpPr>
          <p:nvPr/>
        </p:nvSpPr>
        <p:spPr bwMode="auto">
          <a:xfrm>
            <a:off x="5876925" y="9258300"/>
            <a:ext cx="1438275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fld id="{191F516C-C47D-444D-92B4-B32BA722E9A9}" type="slidenum">
              <a:rPr lang="en-US" sz="1000">
                <a:solidFill>
                  <a:srgbClr val="000000"/>
                </a:solidFill>
              </a:rPr>
              <a:pPr algn="r" defTabSz="474663">
                <a:spcBef>
                  <a:spcPct val="0"/>
                </a:spcBef>
                <a:buClrTx/>
                <a:buFontTx/>
                <a:buNone/>
                <a:tabLst>
                  <a:tab pos="0" algn="l"/>
                  <a:tab pos="474663" algn="l"/>
                  <a:tab pos="949325" algn="l"/>
                  <a:tab pos="1422400" algn="l"/>
                  <a:tab pos="1897063" algn="l"/>
                  <a:tab pos="2371725" algn="l"/>
                  <a:tab pos="2846388" algn="l"/>
                  <a:tab pos="3321050" algn="l"/>
                  <a:tab pos="3794125" algn="l"/>
                  <a:tab pos="4268788" algn="l"/>
                  <a:tab pos="4743450" algn="l"/>
                  <a:tab pos="5218113" algn="l"/>
                  <a:tab pos="5692775" algn="l"/>
                  <a:tab pos="6165850" algn="l"/>
                  <a:tab pos="6640513" algn="l"/>
                  <a:tab pos="7115175" algn="l"/>
                  <a:tab pos="7589838" algn="l"/>
                  <a:tab pos="8064500" algn="l"/>
                  <a:tab pos="8537575" algn="l"/>
                  <a:tab pos="9012238" algn="l"/>
                  <a:tab pos="9486900" algn="l"/>
                </a:tabLst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157" name="Rectangle 61"/>
          <p:cNvSpPr>
            <a:spLocks noChangeArrowheads="1"/>
          </p:cNvSpPr>
          <p:nvPr/>
        </p:nvSpPr>
        <p:spPr bwMode="auto">
          <a:xfrm>
            <a:off x="4133850" y="0"/>
            <a:ext cx="3182938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67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88950" y="4243388"/>
            <a:ext cx="6338888" cy="50149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5023" tIns="46678" rIns="95023" bIns="46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1066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b="1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1pPr>
    <a:lvl2pPr marL="349250" indent="-120650" algn="l" rtl="0" eaLnBrk="0" fontAlgn="base" hangingPunct="0">
      <a:spcBef>
        <a:spcPct val="30000"/>
      </a:spcBef>
      <a:spcAft>
        <a:spcPct val="0"/>
      </a:spcAft>
      <a:buFont typeface="Wingdings" pitchFamily="2" charset="2"/>
      <a:buChar char="§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2pPr>
    <a:lvl3pPr marL="685800" indent="-107950" algn="l" rtl="0" eaLnBrk="0" fontAlgn="base" hangingPunct="0">
      <a:spcBef>
        <a:spcPct val="30000"/>
      </a:spcBef>
      <a:spcAft>
        <a:spcPct val="0"/>
      </a:spcAft>
      <a:buFont typeface="Arial" charset="0"/>
      <a:buChar char="–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3pPr>
    <a:lvl4pPr marL="1035050" indent="-120650" algn="l" rtl="0" eaLnBrk="0" fontAlgn="base" hangingPunct="0">
      <a:spcBef>
        <a:spcPct val="30000"/>
      </a:spcBef>
      <a:spcAft>
        <a:spcPct val="0"/>
      </a:spcAft>
      <a:buChar char="o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4pPr>
    <a:lvl5pPr marL="1371600" indent="-107950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759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65234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419054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601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&lt;?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xml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="1.0"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encoding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="UTF-8"?&gt;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project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xmlns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="http://maven.apache.org/POM/4.0.0"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xmlns:xsi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="http://www.w3.org/2001/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XMLSchema-instance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"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xsi:schemaLocation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="http://maven.apache.org/POM/4.0.0 https://maven.apache.org/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xsd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/maven-4.0.0.xsd"&gt;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modelVersion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&gt;4.0.0&lt;/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modelVersion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parent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org.springframework.boot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-boot-starter-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parent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&gt;2.3.4.RELEASE&lt;/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relativePath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/&gt; &lt;!--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lookup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parent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from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--&gt;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parent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&gt;consumo&lt;/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&gt;0.0.1-SNAPSHOT&lt;/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name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&gt;consumo&lt;/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name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description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&gt;Consumir um serviço externo via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FeignClient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description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properties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java.version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&gt;1.8&lt;/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java.version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properties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org.springframework.boot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-boot-starter-data-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jpa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&gt;com.h2database&lt;/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&gt;h2&lt;/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runtime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org.springframework.boot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-boot-starter-web&lt;/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org.springframework.boot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-boot-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devtools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runtime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optional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true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optional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org.springframework.cloud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-cloud-starter-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openfeign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org.springframework.boot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-boot-starter-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test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test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exclusions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exclusion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org.junit.vintage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junit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-vintage-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engine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exclusion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exclusions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dependencyManagement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org.springframework.cloud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-cloud-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&gt;Hoxton.SR8&lt;/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version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type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pom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type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scope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dependencies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dependencyManagement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&lt;build&gt;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&lt;plugins&gt;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&lt;plugin&gt;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org.springframework.boot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groupId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	&lt;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-boot-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maven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-plugin&lt;/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artifactId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	&lt;/plugin&gt;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&lt;/plugins&gt;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&lt;/build&gt;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project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707896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package</a:t>
            </a:r>
            <a:r>
              <a:rPr lang="pt-BR" dirty="0"/>
              <a:t> </a:t>
            </a:r>
            <a:r>
              <a:rPr lang="pt-BR" dirty="0" err="1"/>
              <a:t>com.accenture.consumo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org.springframework.boot.SpringApplication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org.springframework.boot.autoconfigure.SpringBootApplication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org.springframework.cloud.openfeign.EnableFeignClients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@SpringBootApplication</a:t>
            </a:r>
          </a:p>
          <a:p>
            <a:r>
              <a:rPr lang="pt-BR" dirty="0"/>
              <a:t>@EnableFeignClients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ConsumoApplication</a:t>
            </a:r>
            <a:r>
              <a:rPr lang="pt-BR" dirty="0"/>
              <a:t> {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		</a:t>
            </a:r>
            <a:r>
              <a:rPr lang="pt-BR" dirty="0" err="1"/>
              <a:t>SpringApplication.run</a:t>
            </a:r>
            <a:r>
              <a:rPr lang="pt-BR" dirty="0"/>
              <a:t>(</a:t>
            </a:r>
            <a:r>
              <a:rPr lang="pt-BR" dirty="0" err="1"/>
              <a:t>ConsumoApplication.class</a:t>
            </a:r>
            <a:r>
              <a:rPr lang="pt-BR" dirty="0"/>
              <a:t>, </a:t>
            </a:r>
            <a:r>
              <a:rPr lang="pt-BR" dirty="0" err="1"/>
              <a:t>args</a:t>
            </a:r>
            <a:r>
              <a:rPr lang="pt-BR" dirty="0"/>
              <a:t>);</a:t>
            </a:r>
          </a:p>
          <a:p>
            <a:r>
              <a:rPr lang="pt-BR" dirty="0"/>
              <a:t>	}</a:t>
            </a:r>
          </a:p>
          <a:p>
            <a:endParaRPr lang="pt-BR" dirty="0"/>
          </a:p>
          <a:p>
            <a:r>
              <a:rPr lang="pt-BR" dirty="0"/>
              <a:t>}</a:t>
            </a:r>
          </a:p>
          <a:p>
            <a:r>
              <a:rPr lang="pt-BR" dirty="0"/>
              <a:t>// localhost:8080/01523040</a:t>
            </a:r>
          </a:p>
        </p:txBody>
      </p:sp>
    </p:spTree>
    <p:extLst>
      <p:ext uri="{BB962C8B-B14F-4D97-AF65-F5344CB8AC3E}">
        <p14:creationId xmlns:p14="http://schemas.microsoft.com/office/powerpoint/2010/main" val="3454746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package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com.accenture.consumo.interfaces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org.springframework.cloud.openfeign.FeignClient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org.springframework.web.bind.annotation.GetMapping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org.springframework.web.bind.annotation.PathVariable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com.accenture.consumo.model.Endereco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@FeignClient(url= "https://viacep.com.br/ws/" 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name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"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viacep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")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interface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CepService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@GetMapping("{cep}/json")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Endereco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buscaEnderecoPorCep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(@PathVariable("cep")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cep);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01225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package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com.accenture.consumo.model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class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Endereco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 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cep;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logradouro;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complemento;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bairro;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localidade;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uf;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//Construtor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Endereco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//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e sets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getCep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cep;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setCep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cep)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this.cep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cep;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getLogradouro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logradouro;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setLogradouro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logradouro)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this.logradouro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logradouro;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getComplemento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complemento;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setComplemento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complemento)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this.complemento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complemento;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getBairro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bairro;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setBairro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bairro)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this.bairro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bairro;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getLocalidade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localidade;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setLocalidade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localidade)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this.localidade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localidade;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getUf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uf;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setUf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uf)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this.uf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uf;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setSiafi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this.siafi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@Override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toString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"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Endereco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{"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"cep='" + cep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logradouro='" + logradouro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complemento='" + complemento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bairro=" + bairro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localidade='" + localidade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uf='" + uf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='" +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ibge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='" +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gia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='" +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+ '\'' +                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='" +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siafi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+ '\'' +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        '}';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142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package</a:t>
            </a:r>
            <a:r>
              <a:rPr lang="pt-BR" dirty="0"/>
              <a:t> </a:t>
            </a:r>
            <a:r>
              <a:rPr lang="pt-BR" dirty="0" err="1"/>
              <a:t>com.accenture.consumo.controller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org.springframework.beans.factory.annotation.Autowired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org.springframework.http.ResponseEntity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org.springframework.web.bind.annotation.GetMapping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org.springframework.web.bind.annotation.PathVariable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org.springframework.web.bind.annotation.RestController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com.accenture.consumo.interfaces.CepService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com.accenture.consumo.model.Endereco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@RestController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CepRestController</a:t>
            </a:r>
            <a:r>
              <a:rPr lang="pt-BR" dirty="0"/>
              <a:t> {</a:t>
            </a:r>
          </a:p>
          <a:p>
            <a:endParaRPr lang="pt-BR" dirty="0"/>
          </a:p>
          <a:p>
            <a:r>
              <a:rPr lang="pt-BR" dirty="0"/>
              <a:t>	@Autowired</a:t>
            </a:r>
          </a:p>
          <a:p>
            <a:r>
              <a:rPr lang="pt-BR" dirty="0"/>
              <a:t>	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CepService</a:t>
            </a:r>
            <a:r>
              <a:rPr lang="pt-BR" dirty="0"/>
              <a:t> </a:t>
            </a:r>
            <a:r>
              <a:rPr lang="pt-BR" dirty="0" err="1"/>
              <a:t>cepService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	@GetMapping("/{cep}")</a:t>
            </a:r>
          </a:p>
          <a:p>
            <a:r>
              <a:rPr lang="pt-BR" dirty="0"/>
              <a:t>	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ResponseEntity</a:t>
            </a:r>
            <a:r>
              <a:rPr lang="pt-BR" dirty="0"/>
              <a:t>&lt;</a:t>
            </a:r>
            <a:r>
              <a:rPr lang="pt-BR" dirty="0" err="1"/>
              <a:t>Endereco</a:t>
            </a:r>
            <a:r>
              <a:rPr lang="pt-BR" dirty="0"/>
              <a:t>&gt; </a:t>
            </a:r>
            <a:r>
              <a:rPr lang="pt-BR" dirty="0" err="1"/>
              <a:t>getCep</a:t>
            </a:r>
            <a:r>
              <a:rPr lang="pt-BR" dirty="0"/>
              <a:t>(@PathVariable </a:t>
            </a:r>
            <a:r>
              <a:rPr lang="pt-BR" dirty="0" err="1"/>
              <a:t>String</a:t>
            </a:r>
            <a:r>
              <a:rPr lang="pt-BR" dirty="0"/>
              <a:t> cep) {</a:t>
            </a:r>
          </a:p>
          <a:p>
            <a:r>
              <a:rPr lang="pt-BR" dirty="0"/>
              <a:t>		</a:t>
            </a:r>
          </a:p>
          <a:p>
            <a:r>
              <a:rPr lang="pt-BR" dirty="0"/>
              <a:t>		</a:t>
            </a:r>
            <a:r>
              <a:rPr lang="pt-BR" dirty="0" err="1"/>
              <a:t>Endereco</a:t>
            </a:r>
            <a:r>
              <a:rPr lang="pt-BR" dirty="0"/>
              <a:t> </a:t>
            </a:r>
            <a:r>
              <a:rPr lang="pt-BR" dirty="0" err="1"/>
              <a:t>endereco</a:t>
            </a:r>
            <a:r>
              <a:rPr lang="pt-BR" dirty="0"/>
              <a:t> = </a:t>
            </a:r>
            <a:r>
              <a:rPr lang="pt-BR" dirty="0" err="1"/>
              <a:t>cepService.buscaEnderecoPorCep</a:t>
            </a:r>
            <a:r>
              <a:rPr lang="pt-BR" dirty="0"/>
              <a:t>(cep);</a:t>
            </a:r>
          </a:p>
          <a:p>
            <a:r>
              <a:rPr lang="pt-BR" dirty="0"/>
              <a:t>		</a:t>
            </a:r>
          </a:p>
          <a:p>
            <a:r>
              <a:rPr lang="pt-BR" dirty="0"/>
              <a:t>		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endereco</a:t>
            </a:r>
            <a:r>
              <a:rPr lang="pt-BR" dirty="0"/>
              <a:t> != </a:t>
            </a:r>
            <a:r>
              <a:rPr lang="pt-BR" dirty="0" err="1"/>
              <a:t>null</a:t>
            </a:r>
            <a:r>
              <a:rPr lang="pt-BR" dirty="0"/>
              <a:t> ? </a:t>
            </a:r>
            <a:r>
              <a:rPr lang="pt-BR" dirty="0" err="1"/>
              <a:t>ResponseEntity.ok</a:t>
            </a:r>
            <a:r>
              <a:rPr lang="pt-BR" dirty="0"/>
              <a:t>().</a:t>
            </a:r>
            <a:r>
              <a:rPr lang="pt-BR" dirty="0" err="1"/>
              <a:t>body</a:t>
            </a:r>
            <a:r>
              <a:rPr lang="pt-BR" dirty="0"/>
              <a:t>(</a:t>
            </a:r>
            <a:r>
              <a:rPr lang="pt-BR" dirty="0" err="1"/>
              <a:t>endereco</a:t>
            </a:r>
            <a:r>
              <a:rPr lang="pt-BR" dirty="0"/>
              <a:t>) : </a:t>
            </a:r>
            <a:r>
              <a:rPr lang="pt-BR" dirty="0" err="1"/>
              <a:t>ResponseEntity.notFound</a:t>
            </a:r>
            <a:r>
              <a:rPr lang="pt-BR" dirty="0"/>
              <a:t>().build(); </a:t>
            </a:r>
          </a:p>
          <a:p>
            <a:r>
              <a:rPr lang="pt-BR" dirty="0"/>
              <a:t>	}</a:t>
            </a:r>
          </a:p>
          <a:p>
            <a:endParaRPr lang="pt-BR" dirty="0"/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5618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http://localhost:8080/01523040</a:t>
            </a:r>
          </a:p>
        </p:txBody>
      </p:sp>
    </p:spTree>
    <p:extLst>
      <p:ext uri="{BB962C8B-B14F-4D97-AF65-F5344CB8AC3E}">
        <p14:creationId xmlns:p14="http://schemas.microsoft.com/office/powerpoint/2010/main" val="667442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7003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2010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747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4 laptopgirlside"/>
          <p:cNvPicPr>
            <a:picLocks noChangeAspect="1" noChangeArrowheads="1"/>
          </p:cNvPicPr>
          <p:nvPr/>
        </p:nvPicPr>
        <p:blipFill>
          <a:blip r:embed="rId2"/>
          <a:srcRect l="3226"/>
          <a:stretch>
            <a:fillRect/>
          </a:stretch>
        </p:blipFill>
        <p:spPr bwMode="auto"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19100" y="6553200"/>
            <a:ext cx="7500938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© 2010 Accenture All Rights Reserved. Accenture, its logo, and Accenture High Performance Delivered are trademarks of Accenture.</a:t>
            </a:r>
          </a:p>
        </p:txBody>
      </p:sp>
      <p:pic>
        <p:nvPicPr>
          <p:cNvPr id="6" name="Picture 6" descr="ATS_2x_blac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825" y="2449513"/>
            <a:ext cx="4248150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 descr="A4_Code_2 [Converted])pool blu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425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7395" name="Rectangle 3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2057400" y="381000"/>
            <a:ext cx="6553200" cy="914400"/>
          </a:xfrm>
        </p:spPr>
        <p:txBody>
          <a:bodyPr anchor="t"/>
          <a:lstStyle>
            <a:lvl1pPr>
              <a:lnSpc>
                <a:spcPct val="90000"/>
              </a:lnSpc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/ click to add course name /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subTitle" sz="quarter" idx="1"/>
          </p:nvPr>
        </p:nvSpPr>
        <p:spPr bwMode="white">
          <a:xfrm>
            <a:off x="2057400" y="1371600"/>
            <a:ext cx="6562725" cy="8636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add module number and name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9D7E45FE-A27B-4AF3-A407-CA43B89420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E45752A1-8624-4EF0-8A17-42876B566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86DFC5EA-E877-484E-9DB8-18037389F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3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5743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015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7" descr="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6050"/>
            <a:ext cx="18542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7918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6850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63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00">
                <a:solidFill>
                  <a:srgbClr val="000000"/>
                </a:solidFill>
                <a:latin typeface="Arial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22C5B00-0EA9-46AF-B9B5-85A48F841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466725" y="6553200"/>
            <a:ext cx="27432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</a:t>
            </a:r>
            <a:r>
              <a:rPr lang="en-US" sz="900"/>
              <a:t>© 2010 Accenture </a:t>
            </a:r>
            <a:r>
              <a:rPr lang="en-US" sz="900" dirty="0"/>
              <a:t>All Rights Reserved. </a:t>
            </a:r>
          </a:p>
        </p:txBody>
      </p:sp>
      <p:pic>
        <p:nvPicPr>
          <p:cNvPr id="11270" name="Picture 6" descr="A4_Code_2 [Converted])pool blu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139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2024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3" r:id="rId2"/>
    <p:sldLayoutId id="2147483904" r:id="rId3"/>
    <p:sldLayoutId id="2147483905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9pPr>
    </p:titleStyle>
    <p:bodyStyle>
      <a:lvl1pPr marL="274638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550863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2pPr>
      <a:lvl3pPr marL="808038" indent="-2555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000000"/>
          </a:solidFill>
          <a:latin typeface="+mn-lt"/>
        </a:defRPr>
      </a:lvl3pPr>
      <a:lvl4pPr marL="1074738" indent="-2651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rgbClr val="000000"/>
          </a:solidFill>
          <a:latin typeface="+mn-lt"/>
        </a:defRPr>
      </a:lvl4pPr>
      <a:lvl5pPr marL="13589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5pPr>
      <a:lvl6pPr marL="18161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6pPr>
      <a:lvl7pPr marL="22733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7pPr>
      <a:lvl8pPr marL="27305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8pPr>
      <a:lvl9pPr marL="31877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34975" y="0"/>
            <a:ext cx="82804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4975" y="1200150"/>
            <a:ext cx="82772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</p:txBody>
      </p:sp>
      <p:sp>
        <p:nvSpPr>
          <p:cNvPr id="1028" name="TextBox 6"/>
          <p:cNvSpPr txBox="1">
            <a:spLocks noChangeArrowheads="1"/>
          </p:cNvSpPr>
          <p:nvPr/>
        </p:nvSpPr>
        <p:spPr bwMode="auto">
          <a:xfrm>
            <a:off x="434975" y="6480175"/>
            <a:ext cx="4137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t>Copyright © 2015 Accenture. Todos os direitos reservados. Proprietário e confidencial.</a:t>
            </a:r>
          </a:p>
        </p:txBody>
      </p:sp>
      <p:sp>
        <p:nvSpPr>
          <p:cNvPr id="1029" name="TextBox 7"/>
          <p:cNvSpPr txBox="1">
            <a:spLocks noChangeArrowheads="1"/>
          </p:cNvSpPr>
          <p:nvPr/>
        </p:nvSpPr>
        <p:spPr bwMode="auto">
          <a:xfrm>
            <a:off x="8243888" y="6616700"/>
            <a:ext cx="468312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>
              <a:defRPr/>
            </a:pPr>
            <a:fld id="{1F99EFCA-6FFB-4991-A2A8-1CB347EB463B}" type="slidenum"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pPr algn="r">
                <a:defRPr/>
              </a:pPr>
              <a:t>‹#›</a:t>
            </a:fld>
            <a:endParaRPr lang="en-US" sz="900">
              <a:solidFill>
                <a:srgbClr val="7F7F7F"/>
              </a:solidFill>
              <a:latin typeface="Arial" charset="0"/>
              <a:cs typeface="Arial" charset="0"/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</p:spPr>
      </p:cxn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2024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kern="1200">
          <a:solidFill>
            <a:srgbClr val="002060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9pPr>
    </p:titleStyle>
    <p:bodyStyle>
      <a:lvl1pPr marL="136525" indent="-136525" algn="l" rtl="0" eaLnBrk="1" fontAlgn="base" hangingPunct="1">
        <a:spcBef>
          <a:spcPts val="12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309563" indent="-166688" algn="l" rtl="0" eaLnBrk="1" fontAlgn="base" hangingPunct="1">
        <a:spcBef>
          <a:spcPts val="600"/>
        </a:spcBef>
        <a:spcAft>
          <a:spcPct val="0"/>
        </a:spcAft>
        <a:buFont typeface="Arial" charset="0"/>
        <a:buChar char="−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2pPr>
      <a:lvl3pPr marL="447675" indent="-138113" algn="l" rtl="0" eaLnBrk="1" fontAlgn="base" hangingPunct="1">
        <a:spcBef>
          <a:spcPts val="600"/>
        </a:spcBef>
        <a:spcAft>
          <a:spcPct val="0"/>
        </a:spcAft>
        <a:buFont typeface="Arial" charset="0"/>
        <a:buChar char="-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projects.spring.io/spring-cloud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Spring Boot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3137" y="2459504"/>
            <a:ext cx="8275899" cy="295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0" dirty="0">
                <a:solidFill>
                  <a:schemeClr val="tx1"/>
                </a:solidFill>
              </a:rPr>
              <a:t>Aplicação </a:t>
            </a:r>
          </a:p>
          <a:p>
            <a:pPr algn="ctr"/>
            <a:r>
              <a:rPr lang="pt-BR" sz="6000" b="0" dirty="0">
                <a:solidFill>
                  <a:schemeClr val="tx1"/>
                </a:solidFill>
              </a:rPr>
              <a:t>Spring BOOT para consumir uma API</a:t>
            </a:r>
          </a:p>
        </p:txBody>
      </p:sp>
    </p:spTree>
    <p:extLst>
      <p:ext uri="{BB962C8B-B14F-4D97-AF65-F5344CB8AC3E}">
        <p14:creationId xmlns:p14="http://schemas.microsoft.com/office/powerpoint/2010/main" val="415758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sz="2400" kern="1200">
                <a:latin typeface="Arial" pitchFamily="34" charset="0"/>
                <a:cs typeface="Arial" pitchFamily="34" charset="0"/>
              </a:rPr>
              <a:t>Vamos 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configurar o </a:t>
            </a:r>
            <a:r>
              <a:rPr lang="pt-BR" sz="2400" b="1" kern="1200" dirty="0" err="1">
                <a:latin typeface="Arial" pitchFamily="34" charset="0"/>
                <a:cs typeface="Arial" pitchFamily="34" charset="0"/>
              </a:rPr>
              <a:t>intialzr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 para criar o projeto no STS;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Criar o código;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0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914400"/>
          </a:xfrm>
        </p:spPr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41644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Starters;</a:t>
            </a:r>
          </a:p>
          <a:p>
            <a:pPr marL="276225" lvl="1" indent="0"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0AD23E-C795-9A25-8899-6A5E7F52F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0"/>
            <a:ext cx="9144000" cy="496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Spring Boot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F0419-DE3A-4A1D-89CF-BFED94B1B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471034"/>
            <a:ext cx="4791075" cy="5019675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DBB92F1F-B59A-4BED-A55A-1FC65C231675}"/>
              </a:ext>
            </a:extLst>
          </p:cNvPr>
          <p:cNvSpPr txBox="1">
            <a:spLocks noChangeArrowheads="1"/>
          </p:cNvSpPr>
          <p:nvPr/>
        </p:nvSpPr>
        <p:spPr>
          <a:xfrm>
            <a:off x="102704" y="1353559"/>
            <a:ext cx="4164496" cy="4894841"/>
          </a:xfrm>
          <a:prstGeom prst="rect">
            <a:avLst/>
          </a:prstGeom>
        </p:spPr>
        <p:txBody>
          <a:bodyPr/>
          <a:lstStyle>
            <a:lvl1pPr marL="274638" indent="-2746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550863" indent="-2746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rgbClr val="000000"/>
                </a:solidFill>
                <a:latin typeface="+mn-lt"/>
              </a:defRPr>
            </a:lvl2pPr>
            <a:lvl3pPr marL="808038" indent="-2555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rgbClr val="000000"/>
                </a:solidFill>
                <a:latin typeface="+mn-lt"/>
              </a:defRPr>
            </a:lvl3pPr>
            <a:lvl4pPr marL="1074738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1600">
                <a:solidFill>
                  <a:srgbClr val="000000"/>
                </a:solidFill>
                <a:latin typeface="+mn-lt"/>
              </a:defRPr>
            </a:lvl4pPr>
            <a:lvl5pPr marL="13589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18161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2733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27305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1877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 defTabSz="914400">
              <a:buSzTx/>
              <a:buFontTx/>
            </a:pPr>
            <a:r>
              <a:rPr lang="pt-BR" sz="2400" kern="1200" dirty="0">
                <a:latin typeface="Arial" pitchFamily="34" charset="0"/>
                <a:cs typeface="Arial" pitchFamily="34" charset="0"/>
              </a:rPr>
              <a:t>FILE -&gt;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Import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276225" lvl="1" indent="0" defTabSz="914400">
              <a:buSzTx/>
              <a:buFontTx/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20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914400"/>
          </a:xfrm>
        </p:spPr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41644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Estrutura dos pacotes e dependências;</a:t>
            </a:r>
          </a:p>
          <a:p>
            <a:pPr marL="276225" lvl="1" indent="0"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E5AFE1-3967-4F5D-8781-5FBE4026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13" y="2231973"/>
            <a:ext cx="8270687" cy="427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principal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no pacote </a:t>
            </a:r>
            <a:r>
              <a:rPr lang="pt-BR" sz="2400" dirty="0" err="1"/>
              <a:t>com.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accenture.consumo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208E5-54EB-4B4B-870C-A94B0E27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2971800"/>
            <a:ext cx="4397215" cy="307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interface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Vamos definir a interface </a:t>
            </a:r>
            <a:r>
              <a:rPr lang="pt-BR" b="1" dirty="0"/>
              <a:t>CepService</a:t>
            </a:r>
            <a:r>
              <a:rPr lang="pt-BR" sz="2400" b="1" dirty="0"/>
              <a:t>.java</a:t>
            </a:r>
            <a:r>
              <a:rPr lang="pt-BR" sz="2400" dirty="0"/>
              <a:t> no pacote 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com.accenture.consumo.interfaces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08D52-7BF1-42CB-93B9-7851415E2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585278"/>
            <a:ext cx="4093074" cy="276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79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model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Vamos definir o </a:t>
            </a:r>
            <a:r>
              <a:rPr lang="pt-BR" sz="2400" dirty="0" err="1"/>
              <a:t>model</a:t>
            </a:r>
            <a:r>
              <a:rPr lang="pt-BR" sz="2400" dirty="0"/>
              <a:t> </a:t>
            </a:r>
            <a:r>
              <a:rPr lang="pt-BR" sz="2400" b="1" dirty="0"/>
              <a:t>Endereco.java</a:t>
            </a:r>
            <a:r>
              <a:rPr lang="pt-BR" sz="2400" dirty="0"/>
              <a:t> no pacote 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com.accenture.consumo.model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A7595-16C8-4A74-95F5-50B5C30F1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137" y="3576481"/>
            <a:ext cx="3819026" cy="26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1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</a:t>
            </a:r>
            <a:r>
              <a:rPr lang="pt-BR" sz="3200" b="1" dirty="0" err="1"/>
              <a:t>controller</a:t>
            </a:r>
            <a:endParaRPr lang="pt-BR" sz="32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Vamos definir o repositório </a:t>
            </a:r>
            <a:r>
              <a:rPr lang="pt-BR" sz="2400" b="1" dirty="0"/>
              <a:t>CepRestController.java</a:t>
            </a:r>
            <a:r>
              <a:rPr lang="pt-BR" sz="2400" dirty="0"/>
              <a:t> no pacote 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com.accenture.consumo.controller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3C26F-F03A-4D7C-A7B5-80AEC945D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182592"/>
            <a:ext cx="3643312" cy="2551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B1405A-BDFE-4674-9AA1-50E458EBA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" y="5903039"/>
            <a:ext cx="8296275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0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Testando a aplicação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E7469-E210-4194-B39F-D8742D1FA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4" y="4308101"/>
            <a:ext cx="9144000" cy="8806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5508AA-07BE-48FA-BA0D-586332B44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30" y="2862262"/>
            <a:ext cx="8402499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354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Desafio:</a:t>
            </a:r>
          </a:p>
          <a:p>
            <a:pPr marL="0" indent="0">
              <a:buNone/>
            </a:pPr>
            <a:r>
              <a:rPr lang="pt-BR" sz="3200" b="1" dirty="0"/>
              <a:t>Formatar a página HTML </a:t>
            </a:r>
          </a:p>
          <a:p>
            <a:pPr marL="0" indent="0">
              <a:buNone/>
            </a:pPr>
            <a:r>
              <a:rPr lang="pt-BR" sz="3200" b="1" dirty="0"/>
              <a:t>Gravar os dados recebidos no BD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endParaRPr lang="en-US" dirty="0">
              <a:solidFill>
                <a:srgbClr val="000000"/>
              </a:solidFill>
            </a:endParaRP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BA48C9-6015-0BDE-112D-E32207723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3800"/>
            <a:ext cx="9144000" cy="150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16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 err="1"/>
              <a:t>Feign</a:t>
            </a:r>
            <a:endParaRPr lang="pt-BR" sz="32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O </a:t>
            </a:r>
            <a:r>
              <a:rPr lang="pt-BR" sz="2400" dirty="0" err="1"/>
              <a:t>Feign</a:t>
            </a:r>
            <a:r>
              <a:rPr lang="pt-BR" sz="2400" dirty="0"/>
              <a:t> foi criado com o objetivo de reduzir a complexidade para consumir </a:t>
            </a:r>
            <a:r>
              <a:rPr lang="pt-BR" sz="2400" dirty="0" err="1"/>
              <a:t>API´s</a:t>
            </a:r>
            <a:r>
              <a:rPr lang="pt-BR" sz="2400" dirty="0"/>
              <a:t>;</a:t>
            </a:r>
          </a:p>
          <a:p>
            <a:pPr marL="0" indent="0">
              <a:buNone/>
            </a:pPr>
            <a:r>
              <a:rPr lang="pt-BR" dirty="0"/>
              <a:t>O Spring incorporou o </a:t>
            </a:r>
            <a:r>
              <a:rPr lang="pt-BR" dirty="0" err="1"/>
              <a:t>Feign</a:t>
            </a:r>
            <a:r>
              <a:rPr lang="pt-BR" dirty="0"/>
              <a:t> dentro da sua própria </a:t>
            </a:r>
            <a:r>
              <a:rPr lang="pt-BR" dirty="0" err="1"/>
              <a:t>stack</a:t>
            </a:r>
            <a:r>
              <a:rPr lang="pt-BR" dirty="0"/>
              <a:t>. Mais especificamente abaixo do projeto </a:t>
            </a:r>
            <a:r>
              <a:rPr lang="pt-BR" dirty="0">
                <a:hlinkClick r:id="rId3"/>
              </a:rPr>
              <a:t>Spring Cloud</a:t>
            </a:r>
            <a:r>
              <a:rPr lang="pt-BR" dirty="0"/>
              <a:t>. Que é um projeto voltado para arquitetura de micro serviços, cloud e etc.</a:t>
            </a: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6FB12-6D14-4DB8-804A-7DCE3BDD4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8" y="4317562"/>
            <a:ext cx="73723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565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 err="1"/>
              <a:t>Feign</a:t>
            </a:r>
            <a:endParaRPr lang="pt-BR" sz="32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@</a:t>
            </a:r>
            <a:r>
              <a:rPr lang="pt-BR" sz="2400" b="1" dirty="0">
                <a:highlight>
                  <a:srgbClr val="FFFF00"/>
                </a:highlight>
              </a:rPr>
              <a:t>EnableFeignClient</a:t>
            </a:r>
          </a:p>
          <a:p>
            <a:pPr marL="0" indent="0">
              <a:buNone/>
            </a:pPr>
            <a:r>
              <a:rPr lang="pt-BR" sz="2800" kern="1200" dirty="0">
                <a:latin typeface="Arial" pitchFamily="34" charset="0"/>
                <a:cs typeface="Arial" pitchFamily="34" charset="0"/>
              </a:rPr>
              <a:t>Para habilitar o </a:t>
            </a:r>
            <a:r>
              <a:rPr lang="pt-BR" sz="2800" kern="1200" dirty="0" err="1">
                <a:latin typeface="Arial" pitchFamily="34" charset="0"/>
                <a:cs typeface="Arial" pitchFamily="34" charset="0"/>
              </a:rPr>
              <a:t>Feign</a:t>
            </a:r>
            <a:r>
              <a:rPr lang="pt-BR" sz="2800" kern="1200" dirty="0">
                <a:latin typeface="Arial" pitchFamily="34" charset="0"/>
                <a:cs typeface="Arial" pitchFamily="34" charset="0"/>
              </a:rPr>
              <a:t> no projeto, fica na classe principal;</a:t>
            </a:r>
          </a:p>
          <a:p>
            <a:pPr marL="0" indent="0">
              <a:buNone/>
            </a:pPr>
            <a:r>
              <a:rPr lang="pt-BR" sz="2400" b="1" dirty="0"/>
              <a:t>@</a:t>
            </a:r>
            <a:r>
              <a:rPr lang="pt-BR" sz="2400" b="1" dirty="0">
                <a:highlight>
                  <a:srgbClr val="FFFF00"/>
                </a:highlight>
              </a:rPr>
              <a:t>FeignClient</a:t>
            </a:r>
          </a:p>
          <a:p>
            <a:pPr marL="0" indent="0">
              <a:buNone/>
            </a:pPr>
            <a:r>
              <a:rPr lang="pt-BR" sz="2800" kern="1200" dirty="0">
                <a:latin typeface="Arial" pitchFamily="34" charset="0"/>
                <a:cs typeface="Arial" pitchFamily="34" charset="0"/>
              </a:rPr>
              <a:t>É um cliente de serviço Web Java desenvolvido inicialmente pela Netflix;</a:t>
            </a:r>
          </a:p>
          <a:p>
            <a:pPr marL="0" indent="0">
              <a:buNone/>
            </a:pPr>
            <a:r>
              <a:rPr lang="pt-BR" sz="2800" kern="1200" dirty="0">
                <a:latin typeface="Arial" pitchFamily="34" charset="0"/>
                <a:cs typeface="Arial" pitchFamily="34" charset="0"/>
              </a:rPr>
              <a:t>Fica na classe de serviço;</a:t>
            </a: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1A83A9-B9A1-47A4-B8CF-010D5F5D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5715000"/>
            <a:ext cx="867727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35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and Comments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4495800" cy="4953000"/>
          </a:xfrm>
        </p:spPr>
        <p:txBody>
          <a:bodyPr/>
          <a:lstStyle/>
          <a:p>
            <a:pPr>
              <a:defRPr/>
            </a:pPr>
            <a:r>
              <a:rPr lang="en-US" dirty="0"/>
              <a:t>What questions or comments </a:t>
            </a:r>
            <a:br>
              <a:rPr lang="en-US" dirty="0"/>
            </a:br>
            <a:r>
              <a:rPr lang="en-US" dirty="0"/>
              <a:t>do you have?</a:t>
            </a:r>
          </a:p>
          <a:p>
            <a:pPr marL="419100" indent="-134938">
              <a:buFontTx/>
              <a:buNone/>
              <a:defRPr/>
            </a:pPr>
            <a:endParaRPr lang="en-US" dirty="0"/>
          </a:p>
        </p:txBody>
      </p:sp>
      <p:sp>
        <p:nvSpPr>
          <p:cNvPr id="27650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33B9D3FC-95A0-4815-8E1B-B71EFD6269D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7652" name="Picture 5" descr="5204101-siz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390650"/>
            <a:ext cx="41402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16788D-4239-40EC-B5B7-0FB8ABFF2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15" y="2671762"/>
            <a:ext cx="28670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67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TS Branded_v3">
  <a:themeElements>
    <a:clrScheme name="ATS Branded_v3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099CC"/>
      </a:accent1>
      <a:accent2>
        <a:srgbClr val="FF6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E75C00"/>
      </a:accent6>
      <a:hlink>
        <a:srgbClr val="663399"/>
      </a:hlink>
      <a:folHlink>
        <a:srgbClr val="FF3366"/>
      </a:folHlink>
    </a:clrScheme>
    <a:fontScheme name="ATS Branded_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TS Branded_v3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099CC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E75C00"/>
        </a:accent6>
        <a:hlink>
          <a:srgbClr val="663399"/>
        </a:hlink>
        <a:folHlink>
          <a:srgbClr val="FF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oul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p:properties xmlns:p="http://schemas.microsoft.com/office/2006/metadata/properties" xmlns:xsi="http://www.w3.org/2001/XMLSchema-instance">
  <documentManagement>
    <lcf76f155ced4ddcb4097134ff3c332f xmlns="805d67a4-0afc-4282-9f53-9df66667f198">
      <Terms xmlns="http://schemas.microsoft.com/office/infopath/2007/PartnerControls"/>
    </lcf76f155ced4ddcb4097134ff3c332f>
    <TaxCatchAll xmlns="4e5fae00-c6c8-4fa6-8a81-4baa538bf2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79CF5E7BC5044E985692AB10B5F456" ma:contentTypeVersion="11" ma:contentTypeDescription="Create a new document." ma:contentTypeScope="" ma:versionID="f97ddb8bec73cc29f05790e5659c7004">
  <xsd:schema xmlns:xsd="http://www.w3.org/2001/XMLSchema" xmlns:xs="http://www.w3.org/2001/XMLSchema" xmlns:p="http://schemas.microsoft.com/office/2006/metadata/properties" xmlns:ns2="805d67a4-0afc-4282-9f53-9df66667f198" xmlns:ns3="4e5fae00-c6c8-4fa6-8a81-4baa538bf2f6" targetNamespace="http://schemas.microsoft.com/office/2006/metadata/properties" ma:root="true" ma:fieldsID="e1df14e0790bc908bc4497eb360d9743" ns2:_="" ns3:_="">
    <xsd:import namespace="805d67a4-0afc-4282-9f53-9df66667f198"/>
    <xsd:import namespace="4e5fae00-c6c8-4fa6-8a81-4baa538bf2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d67a4-0afc-4282-9f53-9df66667f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fae00-c6c8-4fa6-8a81-4baa538bf2f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9dccd5-0685-4549-97af-8c2e7e7e3ac3}" ma:internalName="TaxCatchAll" ma:showField="CatchAllData" ma:web="4e5fae00-c6c8-4fa6-8a81-4baa538bf2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AEBA84-71F7-42A2-95E2-816C6AC50A81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919BD09B-3566-47F6-94BF-EBE8449440A5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purl.org/dc/dcmitype/"/>
    <ds:schemaRef ds:uri="4e5fae00-c6c8-4fa6-8a81-4baa538bf2f6"/>
    <ds:schemaRef ds:uri="http://schemas.microsoft.com/office/infopath/2007/PartnerControls"/>
    <ds:schemaRef ds:uri="http://schemas.openxmlformats.org/package/2006/metadata/core-properties"/>
    <ds:schemaRef ds:uri="805d67a4-0afc-4282-9f53-9df66667f198"/>
  </ds:schemaRefs>
</ds:datastoreItem>
</file>

<file path=customXml/itemProps3.xml><?xml version="1.0" encoding="utf-8"?>
<ds:datastoreItem xmlns:ds="http://schemas.openxmlformats.org/officeDocument/2006/customXml" ds:itemID="{01764358-D7A9-4540-BF84-235A568836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d67a4-0afc-4282-9f53-9df66667f198"/>
    <ds:schemaRef ds:uri="4e5fae00-c6c8-4fa6-8a81-4baa538bf2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B35C5FF-C094-4A6D-805E-530AC75DBE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61434</TotalTime>
  <Words>1792</Words>
  <Application>Microsoft Office PowerPoint</Application>
  <PresentationFormat>On-screen Show (4:3)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Wingdings</vt:lpstr>
      <vt:lpstr>ATS Branded_v3</vt:lpstr>
      <vt:lpstr>soul1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Spring Boot</vt:lpstr>
      <vt:lpstr>Questions and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Java Application Development with Spring</dc:title>
  <dc:subject>Module 3</dc:subject>
  <dc:creator>sheetal.v.karambe</dc:creator>
  <dc:description>Latest - 23rd May</dc:description>
  <cp:lastModifiedBy>Vieira Ferreira, Júlio</cp:lastModifiedBy>
  <cp:revision>3637</cp:revision>
  <cp:lastPrinted>2000-08-10T20:43:38Z</cp:lastPrinted>
  <dcterms:created xsi:type="dcterms:W3CDTF">2007-02-13T04:42:34Z</dcterms:created>
  <dcterms:modified xsi:type="dcterms:W3CDTF">2026-03-18T12:33:47Z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isplay_urn:schemas-microsoft-com:office:office#CheckoutUser">
    <vt:lpwstr>Navabi, Dariush</vt:lpwstr>
  </property>
  <property fmtid="{D5CDD505-2E9C-101B-9397-08002B2CF9AE}" pid="4" name="Order">
    <vt:r8>24516700</vt:r8>
  </property>
  <property fmtid="{D5CDD505-2E9C-101B-9397-08002B2CF9AE}" pid="5" name="CheckoutUser">
    <vt:lpwstr/>
  </property>
  <property fmtid="{D5CDD505-2E9C-101B-9397-08002B2CF9AE}" pid="6" name="ContentTypeId">
    <vt:lpwstr>0x0101002679CF5E7BC5044E985692AB10B5F456</vt:lpwstr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